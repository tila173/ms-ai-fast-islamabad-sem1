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24"/>
  </p:notesMasterIdLst>
  <p:handoutMasterIdLst>
    <p:handoutMasterId r:id="rId25"/>
  </p:handoutMasterIdLst>
  <p:sldIdLst>
    <p:sldId id="275" r:id="rId2"/>
    <p:sldId id="907" r:id="rId3"/>
    <p:sldId id="908" r:id="rId4"/>
    <p:sldId id="909" r:id="rId5"/>
    <p:sldId id="910" r:id="rId6"/>
    <p:sldId id="1459" r:id="rId7"/>
    <p:sldId id="1460" r:id="rId8"/>
    <p:sldId id="918" r:id="rId9"/>
    <p:sldId id="1125" r:id="rId10"/>
    <p:sldId id="1467" r:id="rId11"/>
    <p:sldId id="1470" r:id="rId12"/>
    <p:sldId id="1468" r:id="rId13"/>
    <p:sldId id="1014" r:id="rId14"/>
    <p:sldId id="1461" r:id="rId15"/>
    <p:sldId id="1464" r:id="rId16"/>
    <p:sldId id="1462" r:id="rId17"/>
    <p:sldId id="1463" r:id="rId18"/>
    <p:sldId id="1465" r:id="rId19"/>
    <p:sldId id="1466" r:id="rId20"/>
    <p:sldId id="1471" r:id="rId21"/>
    <p:sldId id="398" r:id="rId22"/>
    <p:sldId id="1472" r:id="rId23"/>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10">
          <p15:clr>
            <a:srgbClr val="A4A3A4"/>
          </p15:clr>
        </p15:guide>
        <p15:guide id="2" pos="22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E6EA"/>
    <a:srgbClr val="FAE2F6"/>
    <a:srgbClr val="170981"/>
    <a:srgbClr val="121328"/>
    <a:srgbClr val="8FF9EF"/>
    <a:srgbClr val="993300"/>
    <a:srgbClr val="00CE98"/>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82" autoAdjust="0"/>
    <p:restoredTop sz="74248" autoAdjust="0"/>
  </p:normalViewPr>
  <p:slideViewPr>
    <p:cSldViewPr>
      <p:cViewPr varScale="1">
        <p:scale>
          <a:sx n="58" d="100"/>
          <a:sy n="58" d="100"/>
        </p:scale>
        <p:origin x="215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020"/>
    </p:cViewPr>
  </p:sorterViewPr>
  <p:notesViewPr>
    <p:cSldViewPr>
      <p:cViewPr varScale="1">
        <p:scale>
          <a:sx n="38" d="100"/>
          <a:sy n="38" d="100"/>
        </p:scale>
        <p:origin x="-1530" y="-72"/>
      </p:cViewPr>
      <p:guideLst>
        <p:guide orient="horz" pos="2910"/>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defTabSz="931863" eaLnBrk="0" hangingPunct="0">
              <a:defRPr sz="1200">
                <a:latin typeface="Times New Roman" pitchFamily="18" charset="0"/>
              </a:defRPr>
            </a:lvl1pPr>
          </a:lstStyle>
          <a:p>
            <a:pPr>
              <a:defRPr/>
            </a:pPr>
            <a:endParaRPr lang="en-US"/>
          </a:p>
        </p:txBody>
      </p:sp>
      <p:sp>
        <p:nvSpPr>
          <p:cNvPr id="123907" name="Rectangle 3"/>
          <p:cNvSpPr>
            <a:spLocks noGrp="1" noChangeArrowheads="1"/>
          </p:cNvSpPr>
          <p:nvPr>
            <p:ph type="dt" sz="quarter" idx="1"/>
          </p:nvPr>
        </p:nvSpPr>
        <p:spPr bwMode="auto">
          <a:xfrm>
            <a:off x="3971925"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algn="r" defTabSz="931863" eaLnBrk="0" hangingPunct="0">
              <a:defRPr sz="1200">
                <a:latin typeface="Times New Roman" pitchFamily="18" charset="0"/>
              </a:defRPr>
            </a:lvl1pPr>
          </a:lstStyle>
          <a:p>
            <a:pPr>
              <a:defRPr/>
            </a:pPr>
            <a:endParaRPr lang="en-US"/>
          </a:p>
        </p:txBody>
      </p:sp>
      <p:sp>
        <p:nvSpPr>
          <p:cNvPr id="123908" name="Rectangle 4"/>
          <p:cNvSpPr>
            <a:spLocks noGrp="1" noChangeArrowheads="1"/>
          </p:cNvSpPr>
          <p:nvPr>
            <p:ph type="ftr" sz="quarter" idx="2"/>
          </p:nvPr>
        </p:nvSpPr>
        <p:spPr bwMode="auto">
          <a:xfrm>
            <a:off x="0"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defTabSz="931863" eaLnBrk="0" hangingPunct="0">
              <a:defRPr sz="1200">
                <a:latin typeface="Times New Roman" pitchFamily="18" charset="0"/>
              </a:defRPr>
            </a:lvl1pPr>
          </a:lstStyle>
          <a:p>
            <a:pPr>
              <a:defRPr/>
            </a:pPr>
            <a:endParaRPr lang="en-US"/>
          </a:p>
        </p:txBody>
      </p:sp>
      <p:sp>
        <p:nvSpPr>
          <p:cNvPr id="123909" name="Rectangle 5"/>
          <p:cNvSpPr>
            <a:spLocks noGrp="1" noChangeArrowheads="1"/>
          </p:cNvSpPr>
          <p:nvPr>
            <p:ph type="sldNum" sz="quarter" idx="3"/>
          </p:nvPr>
        </p:nvSpPr>
        <p:spPr bwMode="auto">
          <a:xfrm>
            <a:off x="3971925"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algn="r" defTabSz="931863" eaLnBrk="0" hangingPunct="0">
              <a:defRPr sz="1200">
                <a:latin typeface="Times New Roman" panose="02020603050405020304" pitchFamily="18" charset="0"/>
              </a:defRPr>
            </a:lvl1pPr>
          </a:lstStyle>
          <a:p>
            <a:fld id="{2DE7ABFC-7FD7-42E5-9FC8-4025185E7590}" type="slidenum">
              <a:rPr lang="en-US"/>
              <a:pPr/>
              <a:t>‹#›</a:t>
            </a:fld>
            <a:endParaRPr lang="en-US"/>
          </a:p>
        </p:txBody>
      </p:sp>
    </p:spTree>
    <p:extLst>
      <p:ext uri="{BB962C8B-B14F-4D97-AF65-F5344CB8AC3E}">
        <p14:creationId xmlns:p14="http://schemas.microsoft.com/office/powerpoint/2010/main" val="2234151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defTabSz="931863" eaLnBrk="0" hangingPunct="0">
              <a:defRPr sz="1200">
                <a:latin typeface="Times New Roman" pitchFamily="18" charset="0"/>
              </a:defRPr>
            </a:lvl1pPr>
          </a:lstStyle>
          <a:p>
            <a:pPr>
              <a:defRPr/>
            </a:pPr>
            <a:endParaRPr lang="en-US"/>
          </a:p>
        </p:txBody>
      </p:sp>
      <p:sp>
        <p:nvSpPr>
          <p:cNvPr id="13315" name="Rectangle 3"/>
          <p:cNvSpPr>
            <a:spLocks noGrp="1" noChangeArrowheads="1"/>
          </p:cNvSpPr>
          <p:nvPr>
            <p:ph type="dt" idx="1"/>
          </p:nvPr>
        </p:nvSpPr>
        <p:spPr bwMode="auto">
          <a:xfrm>
            <a:off x="3971925" y="0"/>
            <a:ext cx="3038475" cy="461963"/>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lvl1pPr algn="r" defTabSz="931863" eaLnBrk="0" hangingPunct="0">
              <a:defRPr sz="1200">
                <a:latin typeface="Times New Roman" pitchFamily="18" charset="0"/>
              </a:defRPr>
            </a:lvl1pPr>
          </a:lstStyle>
          <a:p>
            <a:pPr>
              <a:defRPr/>
            </a:pPr>
            <a:endParaRPr lang="en-US"/>
          </a:p>
        </p:txBody>
      </p:sp>
      <p:sp>
        <p:nvSpPr>
          <p:cNvPr id="86020" name="Rectangle 4"/>
          <p:cNvSpPr>
            <a:spLocks noGrp="1" noRot="1" noChangeAspect="1" noChangeArrowheads="1" noTextEdit="1"/>
          </p:cNvSpPr>
          <p:nvPr>
            <p:ph type="sldImg" idx="2"/>
          </p:nvPr>
        </p:nvSpPr>
        <p:spPr bwMode="auto">
          <a:xfrm>
            <a:off x="1195388" y="692150"/>
            <a:ext cx="4619625"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935038" y="4387850"/>
            <a:ext cx="5140325" cy="4156075"/>
          </a:xfrm>
          <a:prstGeom prst="rect">
            <a:avLst/>
          </a:prstGeom>
          <a:noFill/>
          <a:ln w="9525">
            <a:noFill/>
            <a:miter lim="800000"/>
            <a:headEnd/>
            <a:tailEnd/>
          </a:ln>
          <a:effectLst/>
        </p:spPr>
        <p:txBody>
          <a:bodyPr vert="horz" wrap="square" lIns="93170" tIns="46586" rIns="93170"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8" name="Rectangle 6"/>
          <p:cNvSpPr>
            <a:spLocks noGrp="1" noChangeArrowheads="1"/>
          </p:cNvSpPr>
          <p:nvPr>
            <p:ph type="ftr" sz="quarter" idx="4"/>
          </p:nvPr>
        </p:nvSpPr>
        <p:spPr bwMode="auto">
          <a:xfrm>
            <a:off x="0"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defTabSz="931863" eaLnBrk="0" hangingPunct="0">
              <a:defRPr sz="1200">
                <a:latin typeface="Times New Roman" pitchFamily="18" charset="0"/>
              </a:defRPr>
            </a:lvl1pPr>
          </a:lstStyle>
          <a:p>
            <a:pPr>
              <a:defRPr/>
            </a:pPr>
            <a:endParaRPr lang="en-US"/>
          </a:p>
        </p:txBody>
      </p:sp>
      <p:sp>
        <p:nvSpPr>
          <p:cNvPr id="13319" name="Rectangle 7"/>
          <p:cNvSpPr>
            <a:spLocks noGrp="1" noChangeArrowheads="1"/>
          </p:cNvSpPr>
          <p:nvPr>
            <p:ph type="sldNum" sz="quarter" idx="5"/>
          </p:nvPr>
        </p:nvSpPr>
        <p:spPr bwMode="auto">
          <a:xfrm>
            <a:off x="3971925" y="8774113"/>
            <a:ext cx="3038475" cy="461962"/>
          </a:xfrm>
          <a:prstGeom prst="rect">
            <a:avLst/>
          </a:prstGeom>
          <a:noFill/>
          <a:ln w="9525">
            <a:noFill/>
            <a:miter lim="800000"/>
            <a:headEnd/>
            <a:tailEnd/>
          </a:ln>
          <a:effectLst/>
        </p:spPr>
        <p:txBody>
          <a:bodyPr vert="horz" wrap="square" lIns="93170" tIns="46586" rIns="93170" bIns="46586" numCol="1" anchor="b" anchorCtr="0" compatLnSpc="1">
            <a:prstTxWarp prst="textNoShape">
              <a:avLst/>
            </a:prstTxWarp>
          </a:bodyPr>
          <a:lstStyle>
            <a:lvl1pPr algn="r" defTabSz="931863" eaLnBrk="0" hangingPunct="0">
              <a:defRPr sz="1200">
                <a:latin typeface="Times New Roman" panose="02020603050405020304" pitchFamily="18" charset="0"/>
              </a:defRPr>
            </a:lvl1pPr>
          </a:lstStyle>
          <a:p>
            <a:fld id="{3A17FDDA-ACA9-41AC-838A-BAAFFE1126B3}" type="slidenum">
              <a:rPr lang="en-US"/>
              <a:pPr/>
              <a:t>‹#›</a:t>
            </a:fld>
            <a:endParaRPr lang="en-US"/>
          </a:p>
        </p:txBody>
      </p:sp>
    </p:spTree>
    <p:extLst>
      <p:ext uri="{BB962C8B-B14F-4D97-AF65-F5344CB8AC3E}">
        <p14:creationId xmlns:p14="http://schemas.microsoft.com/office/powerpoint/2010/main" val="364820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257766DB-F135-4CFB-A8E8-AA241AF471CB}" type="slidenum">
              <a:rPr lang="en-US">
                <a:latin typeface="Times New Roman" panose="02020603050405020304" pitchFamily="18" charset="0"/>
              </a:rPr>
              <a:pPr/>
              <a:t>2</a:t>
            </a:fld>
            <a:endParaRPr lang="en-US">
              <a:latin typeface="Times New Roman" panose="02020603050405020304" pitchFamily="18" charset="0"/>
            </a:endParaRPr>
          </a:p>
        </p:txBody>
      </p:sp>
      <p:sp>
        <p:nvSpPr>
          <p:cNvPr id="90115" name="Rectangle 2"/>
          <p:cNvSpPr>
            <a:spLocks noGrp="1" noRot="1" noChangeAspect="1" noChangeArrowheads="1" noTextEdit="1"/>
          </p:cNvSpPr>
          <p:nvPr>
            <p:ph type="sldImg"/>
          </p:nvPr>
        </p:nvSpPr>
        <p:spPr>
          <a:xfrm>
            <a:off x="1206500" y="698500"/>
            <a:ext cx="4602163" cy="3451225"/>
          </a:xfrm>
          <a:ln w="12700" cap="flat">
            <a:solidFill>
              <a:schemeClr val="tx1"/>
            </a:solidFill>
          </a:ln>
        </p:spPr>
      </p:sp>
      <p:sp>
        <p:nvSpPr>
          <p:cNvPr id="90116" name="Rectangle 3"/>
          <p:cNvSpPr>
            <a:spLocks noGrp="1" noChangeArrowheads="1"/>
          </p:cNvSpPr>
          <p:nvPr>
            <p:ph type="body" idx="1"/>
          </p:nvPr>
        </p:nvSpPr>
        <p:spPr>
          <a:xfrm>
            <a:off x="935038" y="4387850"/>
            <a:ext cx="5140325" cy="41576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348" tIns="43673" rIns="87348" bIns="43673"/>
          <a:lstStyle/>
          <a:p>
            <a:endParaRPr lang="en-US"/>
          </a:p>
        </p:txBody>
      </p:sp>
    </p:spTree>
    <p:extLst>
      <p:ext uri="{BB962C8B-B14F-4D97-AF65-F5344CB8AC3E}">
        <p14:creationId xmlns:p14="http://schemas.microsoft.com/office/powerpoint/2010/main" val="3633567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E810C390-82DB-45FC-9A6D-30F756A2CF40}" type="slidenum">
              <a:rPr lang="en-US">
                <a:latin typeface="Times New Roman" panose="02020603050405020304" pitchFamily="18" charset="0"/>
              </a:rPr>
              <a:pPr/>
              <a:t>3</a:t>
            </a:fld>
            <a:endParaRPr lang="en-US">
              <a:latin typeface="Times New Roman" panose="02020603050405020304"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35211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13400E62-8FF9-4110-AA2B-78FA9FF32C02}" type="slidenum">
              <a:rPr lang="en-US">
                <a:latin typeface="Times New Roman" panose="02020603050405020304" pitchFamily="18" charset="0"/>
              </a:rPr>
              <a:pPr/>
              <a:t>4</a:t>
            </a:fld>
            <a:endParaRPr lang="en-US">
              <a:latin typeface="Times New Roman" panose="02020603050405020304"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914769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95380C91-BADE-4892-91E2-2C712C08DEAE}" type="slidenum">
              <a:rPr lang="en-US">
                <a:latin typeface="Times New Roman" panose="02020603050405020304" pitchFamily="18" charset="0"/>
              </a:rPr>
              <a:pPr/>
              <a:t>5</a:t>
            </a:fld>
            <a:endParaRPr lang="en-US">
              <a:latin typeface="Times New Roman" panose="02020603050405020304"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41258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AC0EA6FF-3195-4A94-8839-B7CA7D6F4548}" type="slidenum">
              <a:rPr lang="en-US">
                <a:latin typeface="Times New Roman" panose="02020603050405020304" pitchFamily="18" charset="0"/>
              </a:rPr>
              <a:pPr/>
              <a:t>8</a:t>
            </a:fld>
            <a:endParaRPr lang="en-US">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55305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75620EF-661F-47FE-9CE6-8E78EB344907}" type="slidenum">
              <a:rPr lang="en-US">
                <a:latin typeface="Times New Roman" panose="02020603050405020304" pitchFamily="18" charset="0"/>
              </a:rPr>
              <a:pPr/>
              <a:t>9</a:t>
            </a:fld>
            <a:endParaRPr lang="en-US">
              <a:latin typeface="Times New Roman" panose="02020603050405020304"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I : the expected information needed to classify a given sample</a:t>
            </a:r>
          </a:p>
          <a:p>
            <a:r>
              <a:rPr lang="en-US"/>
              <a:t>E (entropy) : expected information based on the partitioning into subsets by A</a:t>
            </a:r>
          </a:p>
          <a:p>
            <a:r>
              <a:rPr lang="en-US"/>
              <a:t> </a:t>
            </a:r>
          </a:p>
        </p:txBody>
      </p:sp>
    </p:spTree>
    <p:extLst>
      <p:ext uri="{BB962C8B-B14F-4D97-AF65-F5344CB8AC3E}">
        <p14:creationId xmlns:p14="http://schemas.microsoft.com/office/powerpoint/2010/main" val="2450147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75620EF-661F-47FE-9CE6-8E78EB344907}" type="slidenum">
              <a:rPr lang="en-US">
                <a:latin typeface="Times New Roman" panose="02020603050405020304" pitchFamily="18" charset="0"/>
              </a:rPr>
              <a:pPr/>
              <a:t>10</a:t>
            </a:fld>
            <a:endParaRPr lang="en-US">
              <a:latin typeface="Times New Roman" panose="02020603050405020304"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I : the expected information needed to classify a given sample</a:t>
            </a:r>
          </a:p>
          <a:p>
            <a:r>
              <a:rPr lang="en-US"/>
              <a:t>E (entropy) : expected information based on the partitioning into subsets by A</a:t>
            </a:r>
          </a:p>
          <a:p>
            <a:r>
              <a:rPr lang="en-US"/>
              <a:t> </a:t>
            </a:r>
          </a:p>
        </p:txBody>
      </p:sp>
    </p:spTree>
    <p:extLst>
      <p:ext uri="{BB962C8B-B14F-4D97-AF65-F5344CB8AC3E}">
        <p14:creationId xmlns:p14="http://schemas.microsoft.com/office/powerpoint/2010/main" val="957495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AEBB2-12A1-53E3-DF2C-DA9AB938C1A0}"/>
            </a:ext>
          </a:extLst>
        </p:cNvPr>
        <p:cNvGrpSpPr/>
        <p:nvPr/>
      </p:nvGrpSpPr>
      <p:grpSpPr>
        <a:xfrm>
          <a:off x="0" y="0"/>
          <a:ext cx="0" cy="0"/>
          <a:chOff x="0" y="0"/>
          <a:chExt cx="0" cy="0"/>
        </a:xfrm>
      </p:grpSpPr>
      <p:sp>
        <p:nvSpPr>
          <p:cNvPr id="98306" name="Rectangle 7">
            <a:extLst>
              <a:ext uri="{FF2B5EF4-FFF2-40B4-BE49-F238E27FC236}">
                <a16:creationId xmlns:a16="http://schemas.microsoft.com/office/drawing/2014/main" id="{906B24A7-FD63-E1F0-E3B2-D07708C397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75620EF-661F-47FE-9CE6-8E78EB344907}" type="slidenum">
              <a:rPr lang="en-US">
                <a:latin typeface="Times New Roman" panose="02020603050405020304" pitchFamily="18" charset="0"/>
              </a:rPr>
              <a:pPr/>
              <a:t>11</a:t>
            </a:fld>
            <a:endParaRPr lang="en-US">
              <a:latin typeface="Times New Roman" panose="02020603050405020304" pitchFamily="18" charset="0"/>
            </a:endParaRPr>
          </a:p>
        </p:txBody>
      </p:sp>
      <p:sp>
        <p:nvSpPr>
          <p:cNvPr id="98307" name="Rectangle 2">
            <a:extLst>
              <a:ext uri="{FF2B5EF4-FFF2-40B4-BE49-F238E27FC236}">
                <a16:creationId xmlns:a16="http://schemas.microsoft.com/office/drawing/2014/main" id="{DDEB3749-ACDE-01A2-EDF8-99FDD8E46D8B}"/>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C05D5C63-E7D8-B53E-9475-57E31B76B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I : the expected information needed to classify a given sample</a:t>
            </a:r>
          </a:p>
          <a:p>
            <a:r>
              <a:rPr lang="en-US"/>
              <a:t>E (entropy) : expected information based on the partitioning into subsets by A</a:t>
            </a:r>
          </a:p>
          <a:p>
            <a:r>
              <a:rPr lang="en-US"/>
              <a:t> </a:t>
            </a:r>
          </a:p>
        </p:txBody>
      </p:sp>
    </p:spTree>
    <p:extLst>
      <p:ext uri="{BB962C8B-B14F-4D97-AF65-F5344CB8AC3E}">
        <p14:creationId xmlns:p14="http://schemas.microsoft.com/office/powerpoint/2010/main" val="548892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875620EF-661F-47FE-9CE6-8E78EB344907}" type="slidenum">
              <a:rPr lang="en-US">
                <a:latin typeface="Times New Roman" panose="02020603050405020304" pitchFamily="18" charset="0"/>
              </a:rPr>
              <a:pPr/>
              <a:t>12</a:t>
            </a:fld>
            <a:endParaRPr lang="en-US">
              <a:latin typeface="Times New Roman" panose="02020603050405020304"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I : the expected information needed to classify a given sample</a:t>
            </a:r>
          </a:p>
          <a:p>
            <a:r>
              <a:rPr lang="en-US"/>
              <a:t>E (entropy) : expected information based on the partitioning into subsets by A</a:t>
            </a:r>
          </a:p>
          <a:p>
            <a:r>
              <a:rPr lang="en-US"/>
              <a:t> </a:t>
            </a:r>
          </a:p>
        </p:txBody>
      </p:sp>
    </p:spTree>
    <p:extLst>
      <p:ext uri="{BB962C8B-B14F-4D97-AF65-F5344CB8AC3E}">
        <p14:creationId xmlns:p14="http://schemas.microsoft.com/office/powerpoint/2010/main" val="1749335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E2CE901-5695-42FE-9C32-2AD5C4F27593}" type="slidenum">
              <a:rPr lang="en-US">
                <a:latin typeface="Times New Roman" panose="02020603050405020304" pitchFamily="18" charset="0"/>
              </a:rPr>
              <a:pPr/>
              <a:t>13</a:t>
            </a:fld>
            <a:endParaRPr lang="en-US">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531297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E2CE901-5695-42FE-9C32-2AD5C4F27593}" type="slidenum">
              <a:rPr lang="en-US">
                <a:latin typeface="Times New Roman" panose="02020603050405020304" pitchFamily="18" charset="0"/>
              </a:rPr>
              <a:pPr/>
              <a:t>14</a:t>
            </a:fld>
            <a:endParaRPr lang="en-US">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2042305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E2CE901-5695-42FE-9C32-2AD5C4F27593}" type="slidenum">
              <a:rPr lang="en-US">
                <a:latin typeface="Times New Roman" panose="02020603050405020304" pitchFamily="18" charset="0"/>
              </a:rPr>
              <a:pPr/>
              <a:t>15</a:t>
            </a:fld>
            <a:endParaRPr lang="en-US">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638303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E2CE901-5695-42FE-9C32-2AD5C4F27593}" type="slidenum">
              <a:rPr lang="en-US">
                <a:latin typeface="Times New Roman" panose="02020603050405020304" pitchFamily="18" charset="0"/>
              </a:rPr>
              <a:pPr/>
              <a:t>16</a:t>
            </a:fld>
            <a:endParaRPr lang="en-US">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358404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E2CE901-5695-42FE-9C32-2AD5C4F27593}" type="slidenum">
              <a:rPr lang="en-US">
                <a:latin typeface="Times New Roman" panose="02020603050405020304" pitchFamily="18" charset="0"/>
              </a:rPr>
              <a:pPr/>
              <a:t>17</a:t>
            </a:fld>
            <a:endParaRPr lang="en-US">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2638063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E2CE901-5695-42FE-9C32-2AD5C4F27593}" type="slidenum">
              <a:rPr lang="en-US">
                <a:latin typeface="Times New Roman" panose="02020603050405020304" pitchFamily="18" charset="0"/>
              </a:rPr>
              <a:pPr/>
              <a:t>18</a:t>
            </a:fld>
            <a:endParaRPr lang="en-US">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676313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Tahoma" panose="020B0604030504040204" pitchFamily="34" charset="0"/>
              </a:defRPr>
            </a:lvl1pPr>
            <a:lvl2pPr marL="742950" indent="-285750" defTabSz="931863" eaLnBrk="0" hangingPunct="0">
              <a:defRPr>
                <a:solidFill>
                  <a:schemeClr val="tx1"/>
                </a:solidFill>
                <a:latin typeface="Tahoma" panose="020B0604030504040204" pitchFamily="34" charset="0"/>
              </a:defRPr>
            </a:lvl2pPr>
            <a:lvl3pPr marL="1143000" indent="-228600" defTabSz="931863" eaLnBrk="0" hangingPunct="0">
              <a:defRPr>
                <a:solidFill>
                  <a:schemeClr val="tx1"/>
                </a:solidFill>
                <a:latin typeface="Tahoma" panose="020B0604030504040204" pitchFamily="34" charset="0"/>
              </a:defRPr>
            </a:lvl3pPr>
            <a:lvl4pPr marL="1600200" indent="-228600" defTabSz="931863" eaLnBrk="0" hangingPunct="0">
              <a:defRPr>
                <a:solidFill>
                  <a:schemeClr val="tx1"/>
                </a:solidFill>
                <a:latin typeface="Tahoma" panose="020B0604030504040204" pitchFamily="34" charset="0"/>
              </a:defRPr>
            </a:lvl4pPr>
            <a:lvl5pPr marL="2057400" indent="-228600" defTabSz="931863" eaLnBrk="0" hangingPunct="0">
              <a:defRPr>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a:solidFill>
                  <a:schemeClr val="tx1"/>
                </a:solidFill>
                <a:latin typeface="Tahoma" panose="020B0604030504040204" pitchFamily="34" charset="0"/>
              </a:defRPr>
            </a:lvl9pPr>
          </a:lstStyle>
          <a:p>
            <a:fld id="{DE2CE901-5695-42FE-9C32-2AD5C4F27593}" type="slidenum">
              <a:rPr lang="en-US">
                <a:latin typeface="Times New Roman" panose="02020603050405020304" pitchFamily="18" charset="0"/>
              </a:rPr>
              <a:pPr/>
              <a:t>19</a:t>
            </a:fld>
            <a:endParaRPr lang="en-US">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2233946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Decision trees do not guarantee usage of all attributes; they focus on selecting attributes that maximize splitting efficiency (e.g., reducing impurity). Irrelevant, redundant, or less important attributes may be skipped during tree construction.</a:t>
            </a:r>
            <a:endParaRPr lang="en-PK" dirty="0"/>
          </a:p>
        </p:txBody>
      </p:sp>
      <p:sp>
        <p:nvSpPr>
          <p:cNvPr id="4" name="Slide Number Placeholder 3"/>
          <p:cNvSpPr>
            <a:spLocks noGrp="1"/>
          </p:cNvSpPr>
          <p:nvPr>
            <p:ph type="sldNum" sz="quarter" idx="5"/>
          </p:nvPr>
        </p:nvSpPr>
        <p:spPr/>
        <p:txBody>
          <a:bodyPr/>
          <a:lstStyle/>
          <a:p>
            <a:fld id="{3A17FDDA-ACA9-41AC-838A-BAAFFE1126B3}" type="slidenum">
              <a:rPr lang="en-US" smtClean="0"/>
              <a:pPr/>
              <a:t>20</a:t>
            </a:fld>
            <a:endParaRPr lang="en-US"/>
          </a:p>
        </p:txBody>
      </p:sp>
    </p:spTree>
    <p:extLst>
      <p:ext uri="{BB962C8B-B14F-4D97-AF65-F5344CB8AC3E}">
        <p14:creationId xmlns:p14="http://schemas.microsoft.com/office/powerpoint/2010/main" val="1208929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A17FDDA-ACA9-41AC-838A-BAAFFE1126B3}" type="slidenum">
              <a:rPr lang="en-US" smtClean="0"/>
              <a:pPr/>
              <a:t>22</a:t>
            </a:fld>
            <a:endParaRPr lang="en-US"/>
          </a:p>
        </p:txBody>
      </p:sp>
    </p:spTree>
    <p:extLst>
      <p:ext uri="{BB962C8B-B14F-4D97-AF65-F5344CB8AC3E}">
        <p14:creationId xmlns:p14="http://schemas.microsoft.com/office/powerpoint/2010/main" val="3841937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grpSp>
      <p:sp>
        <p:nvSpPr>
          <p:cNvPr id="929804" name="Rectangle 12"/>
          <p:cNvSpPr>
            <a:spLocks noGrp="1" noChangeArrowheads="1"/>
          </p:cNvSpPr>
          <p:nvPr>
            <p:ph type="ctrTitle"/>
          </p:nvPr>
        </p:nvSpPr>
        <p:spPr>
          <a:xfrm>
            <a:off x="990600" y="1828800"/>
            <a:ext cx="7772400" cy="1143000"/>
          </a:xfrm>
        </p:spPr>
        <p:txBody>
          <a:bodyPr/>
          <a:lstStyle>
            <a:lvl1pPr>
              <a:defRPr sz="4400"/>
            </a:lvl1pPr>
          </a:lstStyle>
          <a:p>
            <a:r>
              <a:rPr lang="en-US"/>
              <a:t>Click to edit Master title style</a:t>
            </a:r>
          </a:p>
        </p:txBody>
      </p:sp>
      <p:sp>
        <p:nvSpPr>
          <p:cNvPr id="92980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Tree>
    <p:extLst>
      <p:ext uri="{BB962C8B-B14F-4D97-AF65-F5344CB8AC3E}">
        <p14:creationId xmlns:p14="http://schemas.microsoft.com/office/powerpoint/2010/main" val="3570583250"/>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61"/>
          <p:cNvSpPr>
            <a:spLocks noGrp="1" noChangeArrowheads="1"/>
          </p:cNvSpPr>
          <p:nvPr>
            <p:ph type="sldNum" sz="quarter" idx="10"/>
          </p:nvPr>
        </p:nvSpPr>
        <p:spPr>
          <a:ln/>
        </p:spPr>
        <p:txBody>
          <a:bodyPr/>
          <a:lstStyle>
            <a:lvl1pPr>
              <a:defRPr/>
            </a:lvl1pPr>
          </a:lstStyle>
          <a:p>
            <a:fld id="{78A74845-C3D2-4ECC-B7AA-411D84034AFD}" type="slidenum">
              <a:rPr lang="en-US"/>
              <a:pPr/>
              <a:t>‹#›</a:t>
            </a:fld>
            <a:endParaRPr lang="en-US"/>
          </a:p>
        </p:txBody>
      </p:sp>
    </p:spTree>
    <p:extLst>
      <p:ext uri="{BB962C8B-B14F-4D97-AF65-F5344CB8AC3E}">
        <p14:creationId xmlns:p14="http://schemas.microsoft.com/office/powerpoint/2010/main" val="1775721042"/>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061"/>
          <p:cNvSpPr>
            <a:spLocks noGrp="1" noChangeArrowheads="1"/>
          </p:cNvSpPr>
          <p:nvPr>
            <p:ph type="sldNum" sz="quarter" idx="10"/>
          </p:nvPr>
        </p:nvSpPr>
        <p:spPr>
          <a:ln/>
        </p:spPr>
        <p:txBody>
          <a:bodyPr/>
          <a:lstStyle>
            <a:lvl1pPr>
              <a:defRPr/>
            </a:lvl1pPr>
          </a:lstStyle>
          <a:p>
            <a:fld id="{618BCF19-3247-4796-BE4C-450B04727FF4}" type="slidenum">
              <a:rPr lang="en-US"/>
              <a:pPr/>
              <a:t>‹#›</a:t>
            </a:fld>
            <a:endParaRPr lang="en-US"/>
          </a:p>
        </p:txBody>
      </p:sp>
    </p:spTree>
    <p:extLst>
      <p:ext uri="{BB962C8B-B14F-4D97-AF65-F5344CB8AC3E}">
        <p14:creationId xmlns:p14="http://schemas.microsoft.com/office/powerpoint/2010/main" val="3423725294"/>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371600"/>
            <a:ext cx="41529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1529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ln/>
        </p:spPr>
        <p:txBody>
          <a:bodyPr/>
          <a:lstStyle>
            <a:lvl1pPr>
              <a:defRPr/>
            </a:lvl1pPr>
          </a:lstStyle>
          <a:p>
            <a:fld id="{0F611868-CA4F-4DD8-A325-DFE12570A2E0}" type="slidenum">
              <a:rPr lang="en-US"/>
              <a:pPr/>
              <a:t>‹#›</a:t>
            </a:fld>
            <a:endParaRPr lang="en-US"/>
          </a:p>
        </p:txBody>
      </p:sp>
    </p:spTree>
    <p:extLst>
      <p:ext uri="{BB962C8B-B14F-4D97-AF65-F5344CB8AC3E}">
        <p14:creationId xmlns:p14="http://schemas.microsoft.com/office/powerpoint/2010/main" val="795020478"/>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061"/>
          <p:cNvSpPr>
            <a:spLocks noGrp="1" noChangeArrowheads="1"/>
          </p:cNvSpPr>
          <p:nvPr>
            <p:ph type="sldNum" sz="quarter" idx="10"/>
          </p:nvPr>
        </p:nvSpPr>
        <p:spPr>
          <a:ln/>
        </p:spPr>
        <p:txBody>
          <a:bodyPr/>
          <a:lstStyle>
            <a:lvl1pPr>
              <a:defRPr/>
            </a:lvl1pPr>
          </a:lstStyle>
          <a:p>
            <a:fld id="{E1E9B050-47C4-4A73-BB4C-5513D3C83B49}" type="slidenum">
              <a:rPr lang="en-US"/>
              <a:pPr/>
              <a:t>‹#›</a:t>
            </a:fld>
            <a:endParaRPr lang="en-US"/>
          </a:p>
        </p:txBody>
      </p:sp>
    </p:spTree>
    <p:extLst>
      <p:ext uri="{BB962C8B-B14F-4D97-AF65-F5344CB8AC3E}">
        <p14:creationId xmlns:p14="http://schemas.microsoft.com/office/powerpoint/2010/main" val="1042023942"/>
      </p:ext>
    </p:extLst>
  </p:cSld>
  <p:clrMapOvr>
    <a:masterClrMapping/>
  </p:clrMapOvr>
  <p:transition>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061"/>
          <p:cNvSpPr>
            <a:spLocks noGrp="1" noChangeArrowheads="1"/>
          </p:cNvSpPr>
          <p:nvPr>
            <p:ph type="sldNum" sz="quarter" idx="10"/>
          </p:nvPr>
        </p:nvSpPr>
        <p:spPr>
          <a:ln/>
        </p:spPr>
        <p:txBody>
          <a:bodyPr/>
          <a:lstStyle>
            <a:lvl1pPr>
              <a:defRPr/>
            </a:lvl1pPr>
          </a:lstStyle>
          <a:p>
            <a:fld id="{C03F08DA-2758-477A-8DC1-E6A74D0F9FCB}" type="slidenum">
              <a:rPr lang="en-US"/>
              <a:pPr/>
              <a:t>‹#›</a:t>
            </a:fld>
            <a:endParaRPr lang="en-US"/>
          </a:p>
        </p:txBody>
      </p:sp>
    </p:spTree>
    <p:extLst>
      <p:ext uri="{BB962C8B-B14F-4D97-AF65-F5344CB8AC3E}">
        <p14:creationId xmlns:p14="http://schemas.microsoft.com/office/powerpoint/2010/main" val="1857139150"/>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061"/>
          <p:cNvSpPr>
            <a:spLocks noGrp="1" noChangeArrowheads="1"/>
          </p:cNvSpPr>
          <p:nvPr>
            <p:ph type="sldNum" sz="quarter" idx="10"/>
          </p:nvPr>
        </p:nvSpPr>
        <p:spPr>
          <a:ln/>
        </p:spPr>
        <p:txBody>
          <a:bodyPr/>
          <a:lstStyle>
            <a:lvl1pPr>
              <a:defRPr/>
            </a:lvl1pPr>
          </a:lstStyle>
          <a:p>
            <a:fld id="{F4952160-ABC2-490F-B108-B494BF5A4822}" type="slidenum">
              <a:rPr lang="en-US"/>
              <a:pPr/>
              <a:t>‹#›</a:t>
            </a:fld>
            <a:endParaRPr lang="en-US"/>
          </a:p>
        </p:txBody>
      </p:sp>
    </p:spTree>
    <p:extLst>
      <p:ext uri="{BB962C8B-B14F-4D97-AF65-F5344CB8AC3E}">
        <p14:creationId xmlns:p14="http://schemas.microsoft.com/office/powerpoint/2010/main" val="368377083"/>
      </p:ext>
    </p:extLst>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061"/>
          <p:cNvSpPr>
            <a:spLocks noGrp="1" noChangeArrowheads="1"/>
          </p:cNvSpPr>
          <p:nvPr>
            <p:ph type="sldNum" sz="quarter" idx="10"/>
          </p:nvPr>
        </p:nvSpPr>
        <p:spPr>
          <a:ln/>
        </p:spPr>
        <p:txBody>
          <a:bodyPr/>
          <a:lstStyle>
            <a:lvl1pPr>
              <a:defRPr/>
            </a:lvl1pPr>
          </a:lstStyle>
          <a:p>
            <a:fld id="{C115B51B-EA73-44AC-9000-B0788CCD3177}" type="slidenum">
              <a:rPr lang="en-US"/>
              <a:pPr/>
              <a:t>‹#›</a:t>
            </a:fld>
            <a:endParaRPr lang="en-US"/>
          </a:p>
        </p:txBody>
      </p:sp>
    </p:spTree>
    <p:extLst>
      <p:ext uri="{BB962C8B-B14F-4D97-AF65-F5344CB8AC3E}">
        <p14:creationId xmlns:p14="http://schemas.microsoft.com/office/powerpoint/2010/main" val="217963724"/>
      </p:ext>
    </p:extLst>
  </p:cSld>
  <p:clrMapOvr>
    <a:masterClrMapping/>
  </p:clrMapOvr>
  <p:transition>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061"/>
          <p:cNvSpPr>
            <a:spLocks noGrp="1" noChangeArrowheads="1"/>
          </p:cNvSpPr>
          <p:nvPr>
            <p:ph type="sldNum" sz="quarter" idx="10"/>
          </p:nvPr>
        </p:nvSpPr>
        <p:spPr>
          <a:ln/>
        </p:spPr>
        <p:txBody>
          <a:bodyPr/>
          <a:lstStyle>
            <a:lvl1pPr>
              <a:defRPr/>
            </a:lvl1pPr>
          </a:lstStyle>
          <a:p>
            <a:fld id="{408781E4-5109-4BA3-9898-50D5F4B998E7}" type="slidenum">
              <a:rPr lang="en-US"/>
              <a:pPr/>
              <a:t>‹#›</a:t>
            </a:fld>
            <a:endParaRPr lang="en-US"/>
          </a:p>
        </p:txBody>
      </p:sp>
    </p:spTree>
    <p:extLst>
      <p:ext uri="{BB962C8B-B14F-4D97-AF65-F5344CB8AC3E}">
        <p14:creationId xmlns:p14="http://schemas.microsoft.com/office/powerpoint/2010/main" val="899972615"/>
      </p:ext>
    </p:extLst>
  </p:cSld>
  <p:clrMapOvr>
    <a:masterClrMapping/>
  </p:clrMapOvr>
  <p:transition>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61"/>
          <p:cNvSpPr>
            <a:spLocks noGrp="1" noChangeArrowheads="1"/>
          </p:cNvSpPr>
          <p:nvPr>
            <p:ph type="sldNum" sz="quarter" idx="10"/>
          </p:nvPr>
        </p:nvSpPr>
        <p:spPr>
          <a:ln/>
        </p:spPr>
        <p:txBody>
          <a:bodyPr/>
          <a:lstStyle>
            <a:lvl1pPr>
              <a:defRPr/>
            </a:lvl1pPr>
          </a:lstStyle>
          <a:p>
            <a:fld id="{7CC394FB-B03D-4797-BC10-473108A4ABBD}" type="slidenum">
              <a:rPr lang="en-US"/>
              <a:pPr/>
              <a:t>‹#›</a:t>
            </a:fld>
            <a:endParaRPr lang="en-US"/>
          </a:p>
        </p:txBody>
      </p:sp>
    </p:spTree>
    <p:extLst>
      <p:ext uri="{BB962C8B-B14F-4D97-AF65-F5344CB8AC3E}">
        <p14:creationId xmlns:p14="http://schemas.microsoft.com/office/powerpoint/2010/main" val="1811302356"/>
      </p:ext>
    </p:extLst>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381000"/>
            <a:ext cx="21145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381000"/>
            <a:ext cx="61912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061"/>
          <p:cNvSpPr>
            <a:spLocks noGrp="1" noChangeArrowheads="1"/>
          </p:cNvSpPr>
          <p:nvPr>
            <p:ph type="sldNum" sz="quarter" idx="10"/>
          </p:nvPr>
        </p:nvSpPr>
        <p:spPr>
          <a:ln/>
        </p:spPr>
        <p:txBody>
          <a:bodyPr/>
          <a:lstStyle>
            <a:lvl1pPr>
              <a:defRPr/>
            </a:lvl1pPr>
          </a:lstStyle>
          <a:p>
            <a:fld id="{CF852B25-3627-46CB-9337-D8823CC867CB}" type="slidenum">
              <a:rPr lang="en-US"/>
              <a:pPr/>
              <a:t>‹#›</a:t>
            </a:fld>
            <a:endParaRPr lang="en-US"/>
          </a:p>
        </p:txBody>
      </p:sp>
    </p:spTree>
    <p:extLst>
      <p:ext uri="{BB962C8B-B14F-4D97-AF65-F5344CB8AC3E}">
        <p14:creationId xmlns:p14="http://schemas.microsoft.com/office/powerpoint/2010/main" val="2608321929"/>
      </p:ext>
    </p:extLst>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Text Placeholder 2"/>
          <p:cNvSpPr>
            <a:spLocks noGrp="1"/>
          </p:cNvSpPr>
          <p:nvPr>
            <p:ph type="body" sz="half" idx="1"/>
          </p:nvPr>
        </p:nvSpPr>
        <p:spPr>
          <a:xfrm>
            <a:off x="3048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10100" y="13716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10100" y="40005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p:cNvSpPr>
            <a:spLocks noGrp="1" noChangeArrowheads="1"/>
          </p:cNvSpPr>
          <p:nvPr>
            <p:ph type="sldNum" sz="quarter" idx="10"/>
          </p:nvPr>
        </p:nvSpPr>
        <p:spPr>
          <a:ln/>
        </p:spPr>
        <p:txBody>
          <a:bodyPr/>
          <a:lstStyle>
            <a:lvl1pPr>
              <a:defRPr/>
            </a:lvl1pPr>
          </a:lstStyle>
          <a:p>
            <a:fld id="{01C42E3E-C9AD-4FB2-A462-1D31AF39B3CC}" type="slidenum">
              <a:rPr lang="en-US"/>
              <a:pPr/>
              <a:t>‹#›</a:t>
            </a:fld>
            <a:endParaRPr lang="en-US"/>
          </a:p>
        </p:txBody>
      </p:sp>
    </p:spTree>
    <p:extLst>
      <p:ext uri="{BB962C8B-B14F-4D97-AF65-F5344CB8AC3E}">
        <p14:creationId xmlns:p14="http://schemas.microsoft.com/office/powerpoint/2010/main" val="3153200299"/>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Text Placeholder 2"/>
          <p:cNvSpPr>
            <a:spLocks noGrp="1"/>
          </p:cNvSpPr>
          <p:nvPr>
            <p:ph type="body" sz="half" idx="1"/>
          </p:nvPr>
        </p:nvSpPr>
        <p:spPr>
          <a:xfrm>
            <a:off x="3048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ln/>
        </p:spPr>
        <p:txBody>
          <a:bodyPr/>
          <a:lstStyle>
            <a:lvl1pPr>
              <a:defRPr/>
            </a:lvl1pPr>
          </a:lstStyle>
          <a:p>
            <a:fld id="{436ECC16-E37F-4EFC-A408-7A4FA3BB0739}" type="slidenum">
              <a:rPr lang="en-US"/>
              <a:pPr/>
              <a:t>‹#›</a:t>
            </a:fld>
            <a:endParaRPr lang="en-US"/>
          </a:p>
        </p:txBody>
      </p:sp>
    </p:spTree>
    <p:extLst>
      <p:ext uri="{BB962C8B-B14F-4D97-AF65-F5344CB8AC3E}">
        <p14:creationId xmlns:p14="http://schemas.microsoft.com/office/powerpoint/2010/main" val="3901943623"/>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04800" y="381000"/>
            <a:ext cx="8402638" cy="609600"/>
          </a:xfrm>
        </p:spPr>
        <p:txBody>
          <a:bodyPr/>
          <a:lstStyle/>
          <a:p>
            <a:r>
              <a:rPr lang="en-US"/>
              <a:t>Click to edit Master title style</a:t>
            </a:r>
          </a:p>
        </p:txBody>
      </p:sp>
      <p:sp>
        <p:nvSpPr>
          <p:cNvPr id="3" name="Content Placeholder 2"/>
          <p:cNvSpPr>
            <a:spLocks noGrp="1"/>
          </p:cNvSpPr>
          <p:nvPr>
            <p:ph sz="quarter" idx="1"/>
          </p:nvPr>
        </p:nvSpPr>
        <p:spPr>
          <a:xfrm>
            <a:off x="304800" y="13716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10100" y="13716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04800" y="40005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10100" y="40005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061"/>
          <p:cNvSpPr>
            <a:spLocks noGrp="1" noChangeArrowheads="1"/>
          </p:cNvSpPr>
          <p:nvPr>
            <p:ph type="sldNum" sz="quarter" idx="10"/>
          </p:nvPr>
        </p:nvSpPr>
        <p:spPr>
          <a:ln/>
        </p:spPr>
        <p:txBody>
          <a:bodyPr/>
          <a:lstStyle>
            <a:lvl1pPr>
              <a:defRPr/>
            </a:lvl1pPr>
          </a:lstStyle>
          <a:p>
            <a:fld id="{ACCA0828-9F8E-428E-8094-4DFFF3F618DD}" type="slidenum">
              <a:rPr lang="en-US"/>
              <a:pPr/>
              <a:t>‹#›</a:t>
            </a:fld>
            <a:endParaRPr lang="en-US"/>
          </a:p>
        </p:txBody>
      </p:sp>
    </p:spTree>
    <p:extLst>
      <p:ext uri="{BB962C8B-B14F-4D97-AF65-F5344CB8AC3E}">
        <p14:creationId xmlns:p14="http://schemas.microsoft.com/office/powerpoint/2010/main" val="1385019231"/>
      </p:ext>
    </p:extLst>
  </p:cSld>
  <p:clrMapOvr>
    <a:masterClrMapping/>
  </p:clrMapOvr>
  <p:transition>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ClipArt Placeholder 2"/>
          <p:cNvSpPr>
            <a:spLocks noGrp="1"/>
          </p:cNvSpPr>
          <p:nvPr>
            <p:ph type="clipArt" sz="half" idx="1"/>
          </p:nvPr>
        </p:nvSpPr>
        <p:spPr>
          <a:xfrm>
            <a:off x="304800" y="1371600"/>
            <a:ext cx="4152900" cy="5105400"/>
          </a:xfrm>
        </p:spPr>
        <p:txBody>
          <a:bodyPr/>
          <a:lstStyle/>
          <a:p>
            <a:pPr lvl="0"/>
            <a:endParaRPr lang="en-US" noProof="0"/>
          </a:p>
        </p:txBody>
      </p:sp>
      <p:sp>
        <p:nvSpPr>
          <p:cNvPr id="4" name="Text Placeholder 3"/>
          <p:cNvSpPr>
            <a:spLocks noGrp="1"/>
          </p:cNvSpPr>
          <p:nvPr>
            <p:ph type="body" sz="half" idx="2"/>
          </p:nvPr>
        </p:nvSpPr>
        <p:spPr>
          <a:xfrm>
            <a:off x="46101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ln/>
        </p:spPr>
        <p:txBody>
          <a:bodyPr/>
          <a:lstStyle>
            <a:lvl1pPr>
              <a:defRPr/>
            </a:lvl1pPr>
          </a:lstStyle>
          <a:p>
            <a:fld id="{638E4FDB-9506-4800-99AE-9A1A21A40C81}" type="slidenum">
              <a:rPr lang="en-US"/>
              <a:pPr/>
              <a:t>‹#›</a:t>
            </a:fld>
            <a:endParaRPr lang="en-US"/>
          </a:p>
        </p:txBody>
      </p:sp>
    </p:spTree>
    <p:extLst>
      <p:ext uri="{BB962C8B-B14F-4D97-AF65-F5344CB8AC3E}">
        <p14:creationId xmlns:p14="http://schemas.microsoft.com/office/powerpoint/2010/main" val="3589652382"/>
      </p:ext>
    </p:extLst>
  </p:cSld>
  <p:clrMapOvr>
    <a:masterClrMapping/>
  </p:clrMapOvr>
  <p:transition>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Content Placeholder 2"/>
          <p:cNvSpPr>
            <a:spLocks noGrp="1"/>
          </p:cNvSpPr>
          <p:nvPr>
            <p:ph sz="half" idx="1"/>
          </p:nvPr>
        </p:nvSpPr>
        <p:spPr>
          <a:xfrm>
            <a:off x="304800" y="1371600"/>
            <a:ext cx="41529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10100" y="13716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10100" y="4000500"/>
            <a:ext cx="41529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p:cNvSpPr>
            <a:spLocks noGrp="1" noChangeArrowheads="1"/>
          </p:cNvSpPr>
          <p:nvPr>
            <p:ph type="sldNum" sz="quarter" idx="10"/>
          </p:nvPr>
        </p:nvSpPr>
        <p:spPr>
          <a:ln/>
        </p:spPr>
        <p:txBody>
          <a:bodyPr/>
          <a:lstStyle>
            <a:lvl1pPr>
              <a:defRPr/>
            </a:lvl1pPr>
          </a:lstStyle>
          <a:p>
            <a:fld id="{EC410881-ED83-432F-ADE1-C62A206E6020}" type="slidenum">
              <a:rPr lang="en-US"/>
              <a:pPr/>
              <a:t>‹#›</a:t>
            </a:fld>
            <a:endParaRPr lang="en-US"/>
          </a:p>
        </p:txBody>
      </p:sp>
    </p:spTree>
    <p:extLst>
      <p:ext uri="{BB962C8B-B14F-4D97-AF65-F5344CB8AC3E}">
        <p14:creationId xmlns:p14="http://schemas.microsoft.com/office/powerpoint/2010/main" val="3064806299"/>
      </p:ext>
    </p:extLst>
  </p:cSld>
  <p:clrMapOvr>
    <a:masterClrMapping/>
  </p:clrMapOvr>
  <p:transition>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04800" y="381000"/>
            <a:ext cx="8458200" cy="60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061"/>
          <p:cNvSpPr>
            <a:spLocks noGrp="1" noChangeArrowheads="1"/>
          </p:cNvSpPr>
          <p:nvPr>
            <p:ph type="sldNum" sz="quarter" idx="10"/>
          </p:nvPr>
        </p:nvSpPr>
        <p:spPr>
          <a:ln/>
        </p:spPr>
        <p:txBody>
          <a:bodyPr/>
          <a:lstStyle>
            <a:lvl1pPr>
              <a:defRPr/>
            </a:lvl1pPr>
          </a:lstStyle>
          <a:p>
            <a:fld id="{0F47678A-1CFB-48D6-B947-03C5656D6F63}" type="slidenum">
              <a:rPr lang="en-US"/>
              <a:pPr/>
              <a:t>‹#›</a:t>
            </a:fld>
            <a:endParaRPr lang="en-US"/>
          </a:p>
        </p:txBody>
      </p:sp>
    </p:spTree>
    <p:extLst>
      <p:ext uri="{BB962C8B-B14F-4D97-AF65-F5344CB8AC3E}">
        <p14:creationId xmlns:p14="http://schemas.microsoft.com/office/powerpoint/2010/main" val="1900696104"/>
      </p:ext>
    </p:extLst>
  </p:cSld>
  <p:clrMapOvr>
    <a:masterClrMapping/>
  </p:clrMapOvr>
  <p:transition>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402638" cy="609600"/>
          </a:xfrm>
        </p:spPr>
        <p:txBody>
          <a:bodyPr/>
          <a:lstStyle/>
          <a:p>
            <a:r>
              <a:rPr lang="en-US"/>
              <a:t>Click to edit Master title style</a:t>
            </a:r>
          </a:p>
        </p:txBody>
      </p:sp>
      <p:sp>
        <p:nvSpPr>
          <p:cNvPr id="3" name="Content Placeholder 2"/>
          <p:cNvSpPr>
            <a:spLocks noGrp="1"/>
          </p:cNvSpPr>
          <p:nvPr>
            <p:ph sz="half" idx="1"/>
          </p:nvPr>
        </p:nvSpPr>
        <p:spPr>
          <a:xfrm>
            <a:off x="304800" y="1371600"/>
            <a:ext cx="84582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4000500"/>
            <a:ext cx="84582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ln/>
        </p:spPr>
        <p:txBody>
          <a:bodyPr/>
          <a:lstStyle>
            <a:lvl1pPr>
              <a:defRPr/>
            </a:lvl1pPr>
          </a:lstStyle>
          <a:p>
            <a:fld id="{FA60DFB6-12B6-4BEC-B920-A98D2AB34152}" type="slidenum">
              <a:rPr lang="en-US"/>
              <a:pPr/>
              <a:t>‹#›</a:t>
            </a:fld>
            <a:endParaRPr lang="en-US"/>
          </a:p>
        </p:txBody>
      </p:sp>
    </p:spTree>
    <p:extLst>
      <p:ext uri="{BB962C8B-B14F-4D97-AF65-F5344CB8AC3E}">
        <p14:creationId xmlns:p14="http://schemas.microsoft.com/office/powerpoint/2010/main" val="2138612486"/>
      </p:ext>
    </p:extLst>
  </p:cSld>
  <p:clrMapOvr>
    <a:masterClrMapping/>
  </p:clrMapOvr>
  <p:transition>
    <p:zo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931360-7E41-4248-8AEF-AC858AB643B6}"/>
              </a:ext>
            </a:extLst>
          </p:cNvPr>
          <p:cNvSpPr/>
          <p:nvPr userDrawn="1"/>
        </p:nvSpPr>
        <p:spPr>
          <a:xfrm>
            <a:off x="0" y="0"/>
            <a:ext cx="9144000" cy="6858000"/>
          </a:xfrm>
          <a:prstGeom prst="rect">
            <a:avLst/>
          </a:prstGeom>
          <a:gradFill flip="none" rotWithShape="1">
            <a:gsLst>
              <a:gs pos="29000">
                <a:schemeClr val="accent1">
                  <a:lumMod val="5000"/>
                  <a:lumOff val="95000"/>
                  <a:alpha val="0"/>
                </a:schemeClr>
              </a:gs>
              <a:gs pos="66000">
                <a:schemeClr val="accent1">
                  <a:alpha val="58000"/>
                </a:schemeClr>
              </a:gs>
              <a:gs pos="80000">
                <a:schemeClr val="accent1">
                  <a:alpha val="61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553305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056"/>
          <p:cNvSpPr>
            <a:spLocks noChangeArrowheads="1"/>
          </p:cNvSpPr>
          <p:nvPr/>
        </p:nvSpPr>
        <p:spPr bwMode="gray">
          <a:xfrm>
            <a:off x="304800" y="1066800"/>
            <a:ext cx="8410575" cy="46038"/>
          </a:xfrm>
          <a:prstGeom prst="rect">
            <a:avLst/>
          </a:prstGeom>
          <a:gradFill rotWithShape="1">
            <a:gsLst>
              <a:gs pos="0">
                <a:srgbClr val="00CE98">
                  <a:alpha val="50000"/>
                </a:srgbClr>
              </a:gs>
              <a:gs pos="100000">
                <a:srgbClr val="8FF9EF">
                  <a:alpha val="51999"/>
                </a:srgbClr>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endParaRPr kumimoji="1" lang="en-US" sz="2400"/>
          </a:p>
        </p:txBody>
      </p:sp>
      <p:sp>
        <p:nvSpPr>
          <p:cNvPr id="1027" name="Rectangle 2057"/>
          <p:cNvSpPr>
            <a:spLocks noGrp="1" noChangeArrowheads="1"/>
          </p:cNvSpPr>
          <p:nvPr>
            <p:ph type="title"/>
          </p:nvPr>
        </p:nvSpPr>
        <p:spPr bwMode="auto">
          <a:xfrm>
            <a:off x="304800" y="304800"/>
            <a:ext cx="84026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8" name="Rectangle 2058"/>
          <p:cNvSpPr>
            <a:spLocks noGrp="1" noChangeArrowheads="1"/>
          </p:cNvSpPr>
          <p:nvPr>
            <p:ph type="body" idx="1"/>
          </p:nvPr>
        </p:nvSpPr>
        <p:spPr bwMode="auto">
          <a:xfrm>
            <a:off x="304800" y="1219200"/>
            <a:ext cx="8458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20BFB6B-6793-4147-BBCC-9745295EE4B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024"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5" r:id="rId19"/>
  </p:sldLayoutIdLst>
  <p:transition>
    <p:zoom/>
  </p:transition>
  <p:hf hdr="0"/>
  <p:txStyles>
    <p:titleStyle>
      <a:lvl1pPr algn="ctr" rtl="0" eaLnBrk="0" fontAlgn="base" hangingPunct="0">
        <a:spcBef>
          <a:spcPct val="0"/>
        </a:spcBef>
        <a:spcAft>
          <a:spcPct val="0"/>
        </a:spcAft>
        <a:defRPr sz="3600" b="1">
          <a:solidFill>
            <a:schemeClr val="tx2"/>
          </a:solidFill>
          <a:latin typeface="Berlin Sans FB Demi" pitchFamily="34" charset="0"/>
          <a:ea typeface="+mj-ea"/>
          <a:cs typeface="+mj-cs"/>
        </a:defRPr>
      </a:lvl1pPr>
      <a:lvl2pPr algn="ctr" rtl="0" eaLnBrk="0" fontAlgn="base" hangingPunct="0">
        <a:spcBef>
          <a:spcPct val="0"/>
        </a:spcBef>
        <a:spcAft>
          <a:spcPct val="0"/>
        </a:spcAft>
        <a:defRPr sz="3600" b="1">
          <a:solidFill>
            <a:schemeClr val="tx2"/>
          </a:solidFill>
          <a:latin typeface="Berlin Sans FB Demi" pitchFamily="34" charset="0"/>
        </a:defRPr>
      </a:lvl2pPr>
      <a:lvl3pPr algn="ctr" rtl="0" eaLnBrk="0" fontAlgn="base" hangingPunct="0">
        <a:spcBef>
          <a:spcPct val="0"/>
        </a:spcBef>
        <a:spcAft>
          <a:spcPct val="0"/>
        </a:spcAft>
        <a:defRPr sz="3600" b="1">
          <a:solidFill>
            <a:schemeClr val="tx2"/>
          </a:solidFill>
          <a:latin typeface="Berlin Sans FB Demi" pitchFamily="34" charset="0"/>
        </a:defRPr>
      </a:lvl3pPr>
      <a:lvl4pPr algn="ctr" rtl="0" eaLnBrk="0" fontAlgn="base" hangingPunct="0">
        <a:spcBef>
          <a:spcPct val="0"/>
        </a:spcBef>
        <a:spcAft>
          <a:spcPct val="0"/>
        </a:spcAft>
        <a:defRPr sz="3600" b="1">
          <a:solidFill>
            <a:schemeClr val="tx2"/>
          </a:solidFill>
          <a:latin typeface="Berlin Sans FB Demi" pitchFamily="34" charset="0"/>
        </a:defRPr>
      </a:lvl4pPr>
      <a:lvl5pPr algn="ctr" rtl="0" eaLnBrk="0" fontAlgn="base" hangingPunct="0">
        <a:spcBef>
          <a:spcPct val="0"/>
        </a:spcBef>
        <a:spcAft>
          <a:spcPct val="0"/>
        </a:spcAft>
        <a:defRPr sz="3600" b="1">
          <a:solidFill>
            <a:schemeClr val="tx2"/>
          </a:solidFill>
          <a:latin typeface="Berlin Sans FB Demi"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Calibri" pitchFamily="34" charset="0"/>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Calibri" pitchFamily="34" charset="0"/>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Calibri" pitchFamily="34" charset="0"/>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Calibri" pitchFamily="34" charset="0"/>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itchFamily="34" charset="0"/>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5.wmf"/><Relationship Id="rId7" Type="http://schemas.openxmlformats.org/officeDocument/2006/relationships/image" Target="../media/image8.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image" Target="../media/image12.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9.emf"/><Relationship Id="rId2" Type="http://schemas.openxmlformats.org/officeDocument/2006/relationships/notesSlide" Target="../notesSlides/notesSlide10.xml"/><Relationship Id="rId16" Type="http://schemas.openxmlformats.org/officeDocument/2006/relationships/image" Target="../media/image21.wmf"/><Relationship Id="rId1" Type="http://schemas.openxmlformats.org/officeDocument/2006/relationships/slideLayout" Target="../slideLayouts/slideLayout4.xml"/><Relationship Id="rId6" Type="http://schemas.openxmlformats.org/officeDocument/2006/relationships/image" Target="../media/image16.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8.wmf"/><Relationship Id="rId4" Type="http://schemas.openxmlformats.org/officeDocument/2006/relationships/image" Target="../media/image15.emf"/><Relationship Id="rId9" Type="http://schemas.openxmlformats.org/officeDocument/2006/relationships/oleObject" Target="../embeddings/oleObject10.bin"/><Relationship Id="rId14" Type="http://schemas.openxmlformats.org/officeDocument/2006/relationships/image" Target="../media/image20.wmf"/></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C9E7AF35-8116-4962-B1EC-6B1FF6F1DC08}"/>
              </a:ext>
            </a:extLst>
          </p:cNvPr>
          <p:cNvGrpSpPr/>
          <p:nvPr/>
        </p:nvGrpSpPr>
        <p:grpSpPr>
          <a:xfrm>
            <a:off x="941197" y="996984"/>
            <a:ext cx="7051431" cy="2601248"/>
            <a:chOff x="1093177" y="989695"/>
            <a:chExt cx="10005646" cy="3691046"/>
          </a:xfrm>
          <a:solidFill>
            <a:schemeClr val="accent1">
              <a:lumMod val="50000"/>
            </a:schemeClr>
          </a:solidFill>
        </p:grpSpPr>
        <p:sp>
          <p:nvSpPr>
            <p:cNvPr id="34" name="Freeform: Shape 33">
              <a:extLst>
                <a:ext uri="{FF2B5EF4-FFF2-40B4-BE49-F238E27FC236}">
                  <a16:creationId xmlns:a16="http://schemas.microsoft.com/office/drawing/2014/main" id="{74302FF1-D9B6-4C53-A2F6-0E3993A2689C}"/>
                </a:ext>
              </a:extLst>
            </p:cNvPr>
            <p:cNvSpPr/>
            <p:nvPr/>
          </p:nvSpPr>
          <p:spPr>
            <a:xfrm flipH="1" flipV="1">
              <a:off x="6623408" y="1349111"/>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a:p>
          </p:txBody>
        </p:sp>
        <p:sp>
          <p:nvSpPr>
            <p:cNvPr id="35" name="Freeform: Shape 34">
              <a:extLst>
                <a:ext uri="{FF2B5EF4-FFF2-40B4-BE49-F238E27FC236}">
                  <a16:creationId xmlns:a16="http://schemas.microsoft.com/office/drawing/2014/main" id="{C7903A63-4FFE-45B1-82B1-6934A2CAAEAC}"/>
                </a:ext>
              </a:extLst>
            </p:cNvPr>
            <p:cNvSpPr/>
            <p:nvPr/>
          </p:nvSpPr>
          <p:spPr>
            <a:xfrm>
              <a:off x="1667706" y="1575962"/>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dirty="0"/>
            </a:p>
          </p:txBody>
        </p:sp>
        <p:sp>
          <p:nvSpPr>
            <p:cNvPr id="36" name="Freeform: Shape 35">
              <a:extLst>
                <a:ext uri="{FF2B5EF4-FFF2-40B4-BE49-F238E27FC236}">
                  <a16:creationId xmlns:a16="http://schemas.microsoft.com/office/drawing/2014/main" id="{0A1C6270-AAE8-43D7-B33E-A9AC33F2D067}"/>
                </a:ext>
              </a:extLst>
            </p:cNvPr>
            <p:cNvSpPr/>
            <p:nvPr/>
          </p:nvSpPr>
          <p:spPr>
            <a:xfrm flipH="1" flipV="1">
              <a:off x="6724533" y="2670316"/>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a:p>
          </p:txBody>
        </p:sp>
        <p:grpSp>
          <p:nvGrpSpPr>
            <p:cNvPr id="37" name="Group 36">
              <a:extLst>
                <a:ext uri="{FF2B5EF4-FFF2-40B4-BE49-F238E27FC236}">
                  <a16:creationId xmlns:a16="http://schemas.microsoft.com/office/drawing/2014/main" id="{3473D73F-D2DE-4109-91E2-410C80B504F3}"/>
                </a:ext>
              </a:extLst>
            </p:cNvPr>
            <p:cNvGrpSpPr/>
            <p:nvPr/>
          </p:nvGrpSpPr>
          <p:grpSpPr>
            <a:xfrm>
              <a:off x="4692156" y="989695"/>
              <a:ext cx="2795565" cy="3631621"/>
              <a:chOff x="1257518" y="2316205"/>
              <a:chExt cx="1389446" cy="1804981"/>
            </a:xfrm>
            <a:grpFill/>
          </p:grpSpPr>
          <p:sp>
            <p:nvSpPr>
              <p:cNvPr id="40" name="Graphic 2">
                <a:extLst>
                  <a:ext uri="{FF2B5EF4-FFF2-40B4-BE49-F238E27FC236}">
                    <a16:creationId xmlns:a16="http://schemas.microsoft.com/office/drawing/2014/main" id="{53347B15-B39D-4B3A-92A7-16F069593A4D}"/>
                  </a:ext>
                </a:extLst>
              </p:cNvPr>
              <p:cNvSpPr/>
              <p:nvPr/>
            </p:nvSpPr>
            <p:spPr>
              <a:xfrm>
                <a:off x="1257518" y="2316205"/>
                <a:ext cx="1389446" cy="1804981"/>
              </a:xfrm>
              <a:custGeom>
                <a:avLst/>
                <a:gdLst>
                  <a:gd name="connsiteX0" fmla="*/ 198332 w 800100"/>
                  <a:gd name="connsiteY0" fmla="*/ 961703 h 962025"/>
                  <a:gd name="connsiteX1" fmla="*/ 646959 w 800100"/>
                  <a:gd name="connsiteY1" fmla="*/ 961703 h 962025"/>
                  <a:gd name="connsiteX2" fmla="*/ 610764 w 800100"/>
                  <a:gd name="connsiteY2" fmla="*/ 885503 h 962025"/>
                  <a:gd name="connsiteX3" fmla="*/ 686964 w 800100"/>
                  <a:gd name="connsiteY3" fmla="*/ 625471 h 962025"/>
                  <a:gd name="connsiteX4" fmla="*/ 786024 w 800100"/>
                  <a:gd name="connsiteY4" fmla="*/ 283523 h 962025"/>
                  <a:gd name="connsiteX5" fmla="*/ 359304 w 800100"/>
                  <a:gd name="connsiteY5" fmla="*/ 14918 h 962025"/>
                  <a:gd name="connsiteX6" fmla="*/ 124037 w 800100"/>
                  <a:gd name="connsiteY6" fmla="*/ 211133 h 962025"/>
                  <a:gd name="connsiteX7" fmla="*/ 116417 w 800100"/>
                  <a:gd name="connsiteY7" fmla="*/ 270188 h 962025"/>
                  <a:gd name="connsiteX8" fmla="*/ 59267 w 800100"/>
                  <a:gd name="connsiteY8" fmla="*/ 367343 h 962025"/>
                  <a:gd name="connsiteX9" fmla="*/ 13547 w 800100"/>
                  <a:gd name="connsiteY9" fmla="*/ 427351 h 962025"/>
                  <a:gd name="connsiteX10" fmla="*/ 24024 w 800100"/>
                  <a:gd name="connsiteY10" fmla="*/ 515933 h 962025"/>
                  <a:gd name="connsiteX11" fmla="*/ 63077 w 800100"/>
                  <a:gd name="connsiteY11" fmla="*/ 552128 h 962025"/>
                  <a:gd name="connsiteX12" fmla="*/ 18309 w 800100"/>
                  <a:gd name="connsiteY12" fmla="*/ 570226 h 962025"/>
                  <a:gd name="connsiteX13" fmla="*/ 30692 w 800100"/>
                  <a:gd name="connsiteY13" fmla="*/ 609278 h 962025"/>
                  <a:gd name="connsiteX14" fmla="*/ 29739 w 800100"/>
                  <a:gd name="connsiteY14" fmla="*/ 673096 h 962025"/>
                  <a:gd name="connsiteX15" fmla="*/ 85937 w 800100"/>
                  <a:gd name="connsiteY15" fmla="*/ 744533 h 962025"/>
                  <a:gd name="connsiteX16" fmla="*/ 225002 w 800100"/>
                  <a:gd name="connsiteY16" fmla="*/ 764536 h 962025"/>
                  <a:gd name="connsiteX17" fmla="*/ 198332 w 800100"/>
                  <a:gd name="connsiteY17" fmla="*/ 961703 h 962025"/>
                  <a:gd name="connsiteX0" fmla="*/ 173835 w 788240"/>
                  <a:gd name="connsiteY0" fmla="*/ 1023975 h 1023975"/>
                  <a:gd name="connsiteX1" fmla="*/ 639815 w 788240"/>
                  <a:gd name="connsiteY1" fmla="*/ 954560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8932"/>
                  <a:gd name="connsiteX1" fmla="*/ 654690 w 788240"/>
                  <a:gd name="connsiteY1" fmla="*/ 1028932 h 1028932"/>
                  <a:gd name="connsiteX2" fmla="*/ 603620 w 788240"/>
                  <a:gd name="connsiteY2" fmla="*/ 878360 h 1028932"/>
                  <a:gd name="connsiteX3" fmla="*/ 679820 w 788240"/>
                  <a:gd name="connsiteY3" fmla="*/ 618328 h 1028932"/>
                  <a:gd name="connsiteX4" fmla="*/ 778880 w 788240"/>
                  <a:gd name="connsiteY4" fmla="*/ 276380 h 1028932"/>
                  <a:gd name="connsiteX5" fmla="*/ 352160 w 788240"/>
                  <a:gd name="connsiteY5" fmla="*/ 7775 h 1028932"/>
                  <a:gd name="connsiteX6" fmla="*/ 116893 w 788240"/>
                  <a:gd name="connsiteY6" fmla="*/ 203990 h 1028932"/>
                  <a:gd name="connsiteX7" fmla="*/ 109273 w 788240"/>
                  <a:gd name="connsiteY7" fmla="*/ 263045 h 1028932"/>
                  <a:gd name="connsiteX8" fmla="*/ 52123 w 788240"/>
                  <a:gd name="connsiteY8" fmla="*/ 360200 h 1028932"/>
                  <a:gd name="connsiteX9" fmla="*/ 6403 w 788240"/>
                  <a:gd name="connsiteY9" fmla="*/ 420208 h 1028932"/>
                  <a:gd name="connsiteX10" fmla="*/ 16880 w 788240"/>
                  <a:gd name="connsiteY10" fmla="*/ 508790 h 1028932"/>
                  <a:gd name="connsiteX11" fmla="*/ 55933 w 788240"/>
                  <a:gd name="connsiteY11" fmla="*/ 544985 h 1028932"/>
                  <a:gd name="connsiteX12" fmla="*/ 11165 w 788240"/>
                  <a:gd name="connsiteY12" fmla="*/ 563083 h 1028932"/>
                  <a:gd name="connsiteX13" fmla="*/ 23548 w 788240"/>
                  <a:gd name="connsiteY13" fmla="*/ 602135 h 1028932"/>
                  <a:gd name="connsiteX14" fmla="*/ 22595 w 788240"/>
                  <a:gd name="connsiteY14" fmla="*/ 665953 h 1028932"/>
                  <a:gd name="connsiteX15" fmla="*/ 78793 w 788240"/>
                  <a:gd name="connsiteY15" fmla="*/ 737390 h 1028932"/>
                  <a:gd name="connsiteX16" fmla="*/ 217858 w 788240"/>
                  <a:gd name="connsiteY16" fmla="*/ 757393 h 1028932"/>
                  <a:gd name="connsiteX17" fmla="*/ 173835 w 788240"/>
                  <a:gd name="connsiteY17" fmla="*/ 1023975 h 1028932"/>
                  <a:gd name="connsiteX0" fmla="*/ 173835 w 788240"/>
                  <a:gd name="connsiteY0" fmla="*/ 1023975 h 1023975"/>
                  <a:gd name="connsiteX1" fmla="*/ 674523 w 788240"/>
                  <a:gd name="connsiteY1" fmla="*/ 1023974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4058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19016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 name="connsiteX0" fmla="*/ 173835 w 788240"/>
                  <a:gd name="connsiteY0" fmla="*/ 1023975 h 1023975"/>
                  <a:gd name="connsiteX1" fmla="*/ 679481 w 788240"/>
                  <a:gd name="connsiteY1" fmla="*/ 1021495 h 1023975"/>
                  <a:gd name="connsiteX2" fmla="*/ 603620 w 788240"/>
                  <a:gd name="connsiteY2" fmla="*/ 878360 h 1023975"/>
                  <a:gd name="connsiteX3" fmla="*/ 679820 w 788240"/>
                  <a:gd name="connsiteY3" fmla="*/ 618328 h 1023975"/>
                  <a:gd name="connsiteX4" fmla="*/ 778880 w 788240"/>
                  <a:gd name="connsiteY4" fmla="*/ 276380 h 1023975"/>
                  <a:gd name="connsiteX5" fmla="*/ 352160 w 788240"/>
                  <a:gd name="connsiteY5" fmla="*/ 7775 h 1023975"/>
                  <a:gd name="connsiteX6" fmla="*/ 116893 w 788240"/>
                  <a:gd name="connsiteY6" fmla="*/ 203990 h 1023975"/>
                  <a:gd name="connsiteX7" fmla="*/ 109273 w 788240"/>
                  <a:gd name="connsiteY7" fmla="*/ 263045 h 1023975"/>
                  <a:gd name="connsiteX8" fmla="*/ 52123 w 788240"/>
                  <a:gd name="connsiteY8" fmla="*/ 360200 h 1023975"/>
                  <a:gd name="connsiteX9" fmla="*/ 6403 w 788240"/>
                  <a:gd name="connsiteY9" fmla="*/ 420208 h 1023975"/>
                  <a:gd name="connsiteX10" fmla="*/ 16880 w 788240"/>
                  <a:gd name="connsiteY10" fmla="*/ 508790 h 1023975"/>
                  <a:gd name="connsiteX11" fmla="*/ 55933 w 788240"/>
                  <a:gd name="connsiteY11" fmla="*/ 544985 h 1023975"/>
                  <a:gd name="connsiteX12" fmla="*/ 11165 w 788240"/>
                  <a:gd name="connsiteY12" fmla="*/ 563083 h 1023975"/>
                  <a:gd name="connsiteX13" fmla="*/ 23548 w 788240"/>
                  <a:gd name="connsiteY13" fmla="*/ 602135 h 1023975"/>
                  <a:gd name="connsiteX14" fmla="*/ 22595 w 788240"/>
                  <a:gd name="connsiteY14" fmla="*/ 665953 h 1023975"/>
                  <a:gd name="connsiteX15" fmla="*/ 78793 w 788240"/>
                  <a:gd name="connsiteY15" fmla="*/ 737390 h 1023975"/>
                  <a:gd name="connsiteX16" fmla="*/ 217858 w 788240"/>
                  <a:gd name="connsiteY16" fmla="*/ 757393 h 1023975"/>
                  <a:gd name="connsiteX17" fmla="*/ 173835 w 788240"/>
                  <a:gd name="connsiteY17" fmla="*/ 1023975 h 102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240" h="1023975">
                    <a:moveTo>
                      <a:pt x="173835" y="1023975"/>
                    </a:moveTo>
                    <a:lnTo>
                      <a:pt x="679481" y="1021495"/>
                    </a:lnTo>
                    <a:cubicBezTo>
                      <a:pt x="666146" y="995778"/>
                      <a:pt x="612193" y="896458"/>
                      <a:pt x="603620" y="878360"/>
                    </a:cubicBezTo>
                    <a:cubicBezTo>
                      <a:pt x="579808" y="822163"/>
                      <a:pt x="596953" y="699290"/>
                      <a:pt x="679820" y="618328"/>
                    </a:cubicBezTo>
                    <a:cubicBezTo>
                      <a:pt x="758878" y="541175"/>
                      <a:pt x="810313" y="391633"/>
                      <a:pt x="778880" y="276380"/>
                    </a:cubicBezTo>
                    <a:cubicBezTo>
                      <a:pt x="727445" y="85880"/>
                      <a:pt x="555995" y="-32230"/>
                      <a:pt x="352160" y="7775"/>
                    </a:cubicBezTo>
                    <a:cubicBezTo>
                      <a:pt x="352160" y="7775"/>
                      <a:pt x="175948" y="29683"/>
                      <a:pt x="116893" y="203990"/>
                    </a:cubicBezTo>
                    <a:cubicBezTo>
                      <a:pt x="116893" y="203990"/>
                      <a:pt x="107368" y="229708"/>
                      <a:pt x="109273" y="263045"/>
                    </a:cubicBezTo>
                    <a:cubicBezTo>
                      <a:pt x="114035" y="316385"/>
                      <a:pt x="75935" y="347818"/>
                      <a:pt x="52123" y="360200"/>
                    </a:cubicBezTo>
                    <a:cubicBezTo>
                      <a:pt x="27358" y="373535"/>
                      <a:pt x="-16457" y="395443"/>
                      <a:pt x="6403" y="420208"/>
                    </a:cubicBezTo>
                    <a:cubicBezTo>
                      <a:pt x="34025" y="450688"/>
                      <a:pt x="32120" y="489740"/>
                      <a:pt x="16880" y="508790"/>
                    </a:cubicBezTo>
                    <a:cubicBezTo>
                      <a:pt x="-2170" y="531650"/>
                      <a:pt x="53075" y="532603"/>
                      <a:pt x="55933" y="544985"/>
                    </a:cubicBezTo>
                    <a:cubicBezTo>
                      <a:pt x="58790" y="558320"/>
                      <a:pt x="14975" y="547843"/>
                      <a:pt x="11165" y="563083"/>
                    </a:cubicBezTo>
                    <a:cubicBezTo>
                      <a:pt x="7355" y="579275"/>
                      <a:pt x="19738" y="583085"/>
                      <a:pt x="23548" y="602135"/>
                    </a:cubicBezTo>
                    <a:cubicBezTo>
                      <a:pt x="27358" y="621185"/>
                      <a:pt x="24500" y="656428"/>
                      <a:pt x="22595" y="665953"/>
                    </a:cubicBezTo>
                    <a:cubicBezTo>
                      <a:pt x="20690" y="675478"/>
                      <a:pt x="26405" y="732628"/>
                      <a:pt x="78793" y="737390"/>
                    </a:cubicBezTo>
                    <a:cubicBezTo>
                      <a:pt x="131180" y="742153"/>
                      <a:pt x="196903" y="731675"/>
                      <a:pt x="217858" y="757393"/>
                    </a:cubicBezTo>
                    <a:cubicBezTo>
                      <a:pt x="236908" y="783110"/>
                      <a:pt x="197647" y="952538"/>
                      <a:pt x="173835" y="1023975"/>
                    </a:cubicBezTo>
                    <a:close/>
                  </a:path>
                </a:pathLst>
              </a:custGeom>
              <a:grpFill/>
              <a:ln w="9525" cap="flat">
                <a:noFill/>
                <a:prstDash val="solid"/>
                <a:miter/>
              </a:ln>
            </p:spPr>
            <p:txBody>
              <a:bodyPr rtlCol="0" anchor="ctr"/>
              <a:lstStyle/>
              <a:p>
                <a:endParaRPr lang="en-US" sz="1350" dirty="0"/>
              </a:p>
            </p:txBody>
          </p:sp>
          <p:grpSp>
            <p:nvGrpSpPr>
              <p:cNvPr id="41" name="Group 40">
                <a:extLst>
                  <a:ext uri="{FF2B5EF4-FFF2-40B4-BE49-F238E27FC236}">
                    <a16:creationId xmlns:a16="http://schemas.microsoft.com/office/drawing/2014/main" id="{079248F5-92F6-4CD2-BAF4-37327B4E7647}"/>
                  </a:ext>
                </a:extLst>
              </p:cNvPr>
              <p:cNvGrpSpPr/>
              <p:nvPr/>
            </p:nvGrpSpPr>
            <p:grpSpPr>
              <a:xfrm>
                <a:off x="1684786" y="2516290"/>
                <a:ext cx="702035" cy="687994"/>
                <a:chOff x="1684786" y="2516290"/>
                <a:chExt cx="702035" cy="687994"/>
              </a:xfrm>
              <a:grpFill/>
            </p:grpSpPr>
            <p:sp>
              <p:nvSpPr>
                <p:cNvPr id="42" name="Graphic 4">
                  <a:extLst>
                    <a:ext uri="{FF2B5EF4-FFF2-40B4-BE49-F238E27FC236}">
                      <a16:creationId xmlns:a16="http://schemas.microsoft.com/office/drawing/2014/main" id="{18927834-337B-4774-B8C4-66F5BF0CE3E4}"/>
                    </a:ext>
                  </a:extLst>
                </p:cNvPr>
                <p:cNvSpPr/>
                <p:nvPr/>
              </p:nvSpPr>
              <p:spPr>
                <a:xfrm>
                  <a:off x="1684786" y="2516290"/>
                  <a:ext cx="702035" cy="687994"/>
                </a:xfrm>
                <a:custGeom>
                  <a:avLst/>
                  <a:gdLst>
                    <a:gd name="connsiteX0" fmla="*/ 462439 w 476250"/>
                    <a:gd name="connsiteY0" fmla="*/ 160496 h 466725"/>
                    <a:gd name="connsiteX1" fmla="*/ 469106 w 476250"/>
                    <a:gd name="connsiteY1" fmla="*/ 153829 h 466725"/>
                    <a:gd name="connsiteX2" fmla="*/ 469106 w 476250"/>
                    <a:gd name="connsiteY2" fmla="*/ 149066 h 466725"/>
                    <a:gd name="connsiteX3" fmla="*/ 462439 w 476250"/>
                    <a:gd name="connsiteY3" fmla="*/ 142399 h 466725"/>
                    <a:gd name="connsiteX4" fmla="*/ 415766 w 476250"/>
                    <a:gd name="connsiteY4" fmla="*/ 142399 h 466725"/>
                    <a:gd name="connsiteX5" fmla="*/ 415766 w 476250"/>
                    <a:gd name="connsiteY5" fmla="*/ 93821 h 466725"/>
                    <a:gd name="connsiteX6" fmla="*/ 391954 w 476250"/>
                    <a:gd name="connsiteY6" fmla="*/ 70009 h 466725"/>
                    <a:gd name="connsiteX7" fmla="*/ 333851 w 476250"/>
                    <a:gd name="connsiteY7" fmla="*/ 70009 h 466725"/>
                    <a:gd name="connsiteX8" fmla="*/ 333851 w 476250"/>
                    <a:gd name="connsiteY8" fmla="*/ 13811 h 466725"/>
                    <a:gd name="connsiteX9" fmla="*/ 327184 w 476250"/>
                    <a:gd name="connsiteY9" fmla="*/ 7144 h 466725"/>
                    <a:gd name="connsiteX10" fmla="*/ 322421 w 476250"/>
                    <a:gd name="connsiteY10" fmla="*/ 7144 h 466725"/>
                    <a:gd name="connsiteX11" fmla="*/ 315754 w 476250"/>
                    <a:gd name="connsiteY11" fmla="*/ 13811 h 466725"/>
                    <a:gd name="connsiteX12" fmla="*/ 315754 w 476250"/>
                    <a:gd name="connsiteY12" fmla="*/ 70009 h 466725"/>
                    <a:gd name="connsiteX13" fmla="*/ 290989 w 476250"/>
                    <a:gd name="connsiteY13" fmla="*/ 70009 h 466725"/>
                    <a:gd name="connsiteX14" fmla="*/ 290989 w 476250"/>
                    <a:gd name="connsiteY14" fmla="*/ 13811 h 466725"/>
                    <a:gd name="connsiteX15" fmla="*/ 283369 w 476250"/>
                    <a:gd name="connsiteY15" fmla="*/ 7144 h 466725"/>
                    <a:gd name="connsiteX16" fmla="*/ 278606 w 476250"/>
                    <a:gd name="connsiteY16" fmla="*/ 7144 h 466725"/>
                    <a:gd name="connsiteX17" fmla="*/ 271939 w 476250"/>
                    <a:gd name="connsiteY17" fmla="*/ 13811 h 466725"/>
                    <a:gd name="connsiteX18" fmla="*/ 271939 w 476250"/>
                    <a:gd name="connsiteY18" fmla="*/ 70009 h 466725"/>
                    <a:gd name="connsiteX19" fmla="*/ 247174 w 476250"/>
                    <a:gd name="connsiteY19" fmla="*/ 70009 h 466725"/>
                    <a:gd name="connsiteX20" fmla="*/ 247174 w 476250"/>
                    <a:gd name="connsiteY20" fmla="*/ 13811 h 466725"/>
                    <a:gd name="connsiteX21" fmla="*/ 240506 w 476250"/>
                    <a:gd name="connsiteY21" fmla="*/ 7144 h 466725"/>
                    <a:gd name="connsiteX22" fmla="*/ 235744 w 476250"/>
                    <a:gd name="connsiteY22" fmla="*/ 7144 h 466725"/>
                    <a:gd name="connsiteX23" fmla="*/ 229076 w 476250"/>
                    <a:gd name="connsiteY23" fmla="*/ 13811 h 466725"/>
                    <a:gd name="connsiteX24" fmla="*/ 229076 w 476250"/>
                    <a:gd name="connsiteY24" fmla="*/ 70009 h 466725"/>
                    <a:gd name="connsiteX25" fmla="*/ 204311 w 476250"/>
                    <a:gd name="connsiteY25" fmla="*/ 70009 h 466725"/>
                    <a:gd name="connsiteX26" fmla="*/ 204311 w 476250"/>
                    <a:gd name="connsiteY26" fmla="*/ 13811 h 466725"/>
                    <a:gd name="connsiteX27" fmla="*/ 197644 w 476250"/>
                    <a:gd name="connsiteY27" fmla="*/ 7144 h 466725"/>
                    <a:gd name="connsiteX28" fmla="*/ 192881 w 476250"/>
                    <a:gd name="connsiteY28" fmla="*/ 7144 h 466725"/>
                    <a:gd name="connsiteX29" fmla="*/ 186214 w 476250"/>
                    <a:gd name="connsiteY29" fmla="*/ 13811 h 466725"/>
                    <a:gd name="connsiteX30" fmla="*/ 186214 w 476250"/>
                    <a:gd name="connsiteY30" fmla="*/ 70009 h 466725"/>
                    <a:gd name="connsiteX31" fmla="*/ 161449 w 476250"/>
                    <a:gd name="connsiteY31" fmla="*/ 70009 h 466725"/>
                    <a:gd name="connsiteX32" fmla="*/ 161449 w 476250"/>
                    <a:gd name="connsiteY32" fmla="*/ 13811 h 466725"/>
                    <a:gd name="connsiteX33" fmla="*/ 154781 w 476250"/>
                    <a:gd name="connsiteY33" fmla="*/ 7144 h 466725"/>
                    <a:gd name="connsiteX34" fmla="*/ 150019 w 476250"/>
                    <a:gd name="connsiteY34" fmla="*/ 7144 h 466725"/>
                    <a:gd name="connsiteX35" fmla="*/ 143351 w 476250"/>
                    <a:gd name="connsiteY35" fmla="*/ 13811 h 466725"/>
                    <a:gd name="connsiteX36" fmla="*/ 143351 w 476250"/>
                    <a:gd name="connsiteY36" fmla="*/ 70009 h 466725"/>
                    <a:gd name="connsiteX37" fmla="*/ 88106 w 476250"/>
                    <a:gd name="connsiteY37" fmla="*/ 70009 h 466725"/>
                    <a:gd name="connsiteX38" fmla="*/ 64294 w 476250"/>
                    <a:gd name="connsiteY38" fmla="*/ 93821 h 466725"/>
                    <a:gd name="connsiteX39" fmla="*/ 64294 w 476250"/>
                    <a:gd name="connsiteY39" fmla="*/ 142399 h 466725"/>
                    <a:gd name="connsiteX40" fmla="*/ 13811 w 476250"/>
                    <a:gd name="connsiteY40" fmla="*/ 142399 h 466725"/>
                    <a:gd name="connsiteX41" fmla="*/ 7144 w 476250"/>
                    <a:gd name="connsiteY41" fmla="*/ 149066 h 466725"/>
                    <a:gd name="connsiteX42" fmla="*/ 7144 w 476250"/>
                    <a:gd name="connsiteY42" fmla="*/ 153829 h 466725"/>
                    <a:gd name="connsiteX43" fmla="*/ 13811 w 476250"/>
                    <a:gd name="connsiteY43" fmla="*/ 160496 h 466725"/>
                    <a:gd name="connsiteX44" fmla="*/ 64294 w 476250"/>
                    <a:gd name="connsiteY44" fmla="*/ 160496 h 466725"/>
                    <a:gd name="connsiteX45" fmla="*/ 64294 w 476250"/>
                    <a:gd name="connsiteY45" fmla="*/ 185261 h 466725"/>
                    <a:gd name="connsiteX46" fmla="*/ 13811 w 476250"/>
                    <a:gd name="connsiteY46" fmla="*/ 185261 h 466725"/>
                    <a:gd name="connsiteX47" fmla="*/ 7144 w 476250"/>
                    <a:gd name="connsiteY47" fmla="*/ 191929 h 466725"/>
                    <a:gd name="connsiteX48" fmla="*/ 7144 w 476250"/>
                    <a:gd name="connsiteY48" fmla="*/ 196691 h 466725"/>
                    <a:gd name="connsiteX49" fmla="*/ 13811 w 476250"/>
                    <a:gd name="connsiteY49" fmla="*/ 203359 h 466725"/>
                    <a:gd name="connsiteX50" fmla="*/ 64294 w 476250"/>
                    <a:gd name="connsiteY50" fmla="*/ 203359 h 466725"/>
                    <a:gd name="connsiteX51" fmla="*/ 64294 w 476250"/>
                    <a:gd name="connsiteY51" fmla="*/ 228124 h 466725"/>
                    <a:gd name="connsiteX52" fmla="*/ 13811 w 476250"/>
                    <a:gd name="connsiteY52" fmla="*/ 228124 h 466725"/>
                    <a:gd name="connsiteX53" fmla="*/ 7144 w 476250"/>
                    <a:gd name="connsiteY53" fmla="*/ 235744 h 466725"/>
                    <a:gd name="connsiteX54" fmla="*/ 7144 w 476250"/>
                    <a:gd name="connsiteY54" fmla="*/ 240506 h 466725"/>
                    <a:gd name="connsiteX55" fmla="*/ 13811 w 476250"/>
                    <a:gd name="connsiteY55" fmla="*/ 247174 h 466725"/>
                    <a:gd name="connsiteX56" fmla="*/ 64294 w 476250"/>
                    <a:gd name="connsiteY56" fmla="*/ 247174 h 466725"/>
                    <a:gd name="connsiteX57" fmla="*/ 64294 w 476250"/>
                    <a:gd name="connsiteY57" fmla="*/ 271939 h 466725"/>
                    <a:gd name="connsiteX58" fmla="*/ 13811 w 476250"/>
                    <a:gd name="connsiteY58" fmla="*/ 271939 h 466725"/>
                    <a:gd name="connsiteX59" fmla="*/ 7144 w 476250"/>
                    <a:gd name="connsiteY59" fmla="*/ 278606 h 466725"/>
                    <a:gd name="connsiteX60" fmla="*/ 7144 w 476250"/>
                    <a:gd name="connsiteY60" fmla="*/ 283369 h 466725"/>
                    <a:gd name="connsiteX61" fmla="*/ 13811 w 476250"/>
                    <a:gd name="connsiteY61" fmla="*/ 290036 h 466725"/>
                    <a:gd name="connsiteX62" fmla="*/ 64294 w 476250"/>
                    <a:gd name="connsiteY62" fmla="*/ 290036 h 466725"/>
                    <a:gd name="connsiteX63" fmla="*/ 64294 w 476250"/>
                    <a:gd name="connsiteY63" fmla="*/ 314801 h 466725"/>
                    <a:gd name="connsiteX64" fmla="*/ 13811 w 476250"/>
                    <a:gd name="connsiteY64" fmla="*/ 314801 h 466725"/>
                    <a:gd name="connsiteX65" fmla="*/ 7144 w 476250"/>
                    <a:gd name="connsiteY65" fmla="*/ 321469 h 466725"/>
                    <a:gd name="connsiteX66" fmla="*/ 7144 w 476250"/>
                    <a:gd name="connsiteY66" fmla="*/ 326231 h 466725"/>
                    <a:gd name="connsiteX67" fmla="*/ 13811 w 476250"/>
                    <a:gd name="connsiteY67" fmla="*/ 332899 h 466725"/>
                    <a:gd name="connsiteX68" fmla="*/ 64294 w 476250"/>
                    <a:gd name="connsiteY68" fmla="*/ 332899 h 466725"/>
                    <a:gd name="connsiteX69" fmla="*/ 64294 w 476250"/>
                    <a:gd name="connsiteY69" fmla="*/ 380524 h 466725"/>
                    <a:gd name="connsiteX70" fmla="*/ 88106 w 476250"/>
                    <a:gd name="connsiteY70" fmla="*/ 404336 h 466725"/>
                    <a:gd name="connsiteX71" fmla="*/ 142399 w 476250"/>
                    <a:gd name="connsiteY71" fmla="*/ 404336 h 466725"/>
                    <a:gd name="connsiteX72" fmla="*/ 142399 w 476250"/>
                    <a:gd name="connsiteY72" fmla="*/ 461486 h 466725"/>
                    <a:gd name="connsiteX73" fmla="*/ 149066 w 476250"/>
                    <a:gd name="connsiteY73" fmla="*/ 468154 h 466725"/>
                    <a:gd name="connsiteX74" fmla="*/ 153829 w 476250"/>
                    <a:gd name="connsiteY74" fmla="*/ 468154 h 466725"/>
                    <a:gd name="connsiteX75" fmla="*/ 160496 w 476250"/>
                    <a:gd name="connsiteY75" fmla="*/ 461486 h 466725"/>
                    <a:gd name="connsiteX76" fmla="*/ 160496 w 476250"/>
                    <a:gd name="connsiteY76" fmla="*/ 404336 h 466725"/>
                    <a:gd name="connsiteX77" fmla="*/ 185261 w 476250"/>
                    <a:gd name="connsiteY77" fmla="*/ 404336 h 466725"/>
                    <a:gd name="connsiteX78" fmla="*/ 185261 w 476250"/>
                    <a:gd name="connsiteY78" fmla="*/ 461486 h 466725"/>
                    <a:gd name="connsiteX79" fmla="*/ 191929 w 476250"/>
                    <a:gd name="connsiteY79" fmla="*/ 468154 h 466725"/>
                    <a:gd name="connsiteX80" fmla="*/ 196691 w 476250"/>
                    <a:gd name="connsiteY80" fmla="*/ 468154 h 466725"/>
                    <a:gd name="connsiteX81" fmla="*/ 203359 w 476250"/>
                    <a:gd name="connsiteY81" fmla="*/ 461486 h 466725"/>
                    <a:gd name="connsiteX82" fmla="*/ 203359 w 476250"/>
                    <a:gd name="connsiteY82" fmla="*/ 404336 h 466725"/>
                    <a:gd name="connsiteX83" fmla="*/ 228124 w 476250"/>
                    <a:gd name="connsiteY83" fmla="*/ 404336 h 466725"/>
                    <a:gd name="connsiteX84" fmla="*/ 228124 w 476250"/>
                    <a:gd name="connsiteY84" fmla="*/ 461486 h 466725"/>
                    <a:gd name="connsiteX85" fmla="*/ 234791 w 476250"/>
                    <a:gd name="connsiteY85" fmla="*/ 468154 h 466725"/>
                    <a:gd name="connsiteX86" fmla="*/ 239554 w 476250"/>
                    <a:gd name="connsiteY86" fmla="*/ 468154 h 466725"/>
                    <a:gd name="connsiteX87" fmla="*/ 246221 w 476250"/>
                    <a:gd name="connsiteY87" fmla="*/ 461486 h 466725"/>
                    <a:gd name="connsiteX88" fmla="*/ 246221 w 476250"/>
                    <a:gd name="connsiteY88" fmla="*/ 404336 h 466725"/>
                    <a:gd name="connsiteX89" fmla="*/ 270986 w 476250"/>
                    <a:gd name="connsiteY89" fmla="*/ 404336 h 466725"/>
                    <a:gd name="connsiteX90" fmla="*/ 270986 w 476250"/>
                    <a:gd name="connsiteY90" fmla="*/ 461486 h 466725"/>
                    <a:gd name="connsiteX91" fmla="*/ 277654 w 476250"/>
                    <a:gd name="connsiteY91" fmla="*/ 468154 h 466725"/>
                    <a:gd name="connsiteX92" fmla="*/ 283369 w 476250"/>
                    <a:gd name="connsiteY92" fmla="*/ 468154 h 466725"/>
                    <a:gd name="connsiteX93" fmla="*/ 290036 w 476250"/>
                    <a:gd name="connsiteY93" fmla="*/ 461486 h 466725"/>
                    <a:gd name="connsiteX94" fmla="*/ 290036 w 476250"/>
                    <a:gd name="connsiteY94" fmla="*/ 404336 h 466725"/>
                    <a:gd name="connsiteX95" fmla="*/ 314801 w 476250"/>
                    <a:gd name="connsiteY95" fmla="*/ 404336 h 466725"/>
                    <a:gd name="connsiteX96" fmla="*/ 314801 w 476250"/>
                    <a:gd name="connsiteY96" fmla="*/ 461486 h 466725"/>
                    <a:gd name="connsiteX97" fmla="*/ 321469 w 476250"/>
                    <a:gd name="connsiteY97" fmla="*/ 468154 h 466725"/>
                    <a:gd name="connsiteX98" fmla="*/ 326231 w 476250"/>
                    <a:gd name="connsiteY98" fmla="*/ 468154 h 466725"/>
                    <a:gd name="connsiteX99" fmla="*/ 332899 w 476250"/>
                    <a:gd name="connsiteY99" fmla="*/ 461486 h 466725"/>
                    <a:gd name="connsiteX100" fmla="*/ 332899 w 476250"/>
                    <a:gd name="connsiteY100" fmla="*/ 404336 h 466725"/>
                    <a:gd name="connsiteX101" fmla="*/ 391001 w 476250"/>
                    <a:gd name="connsiteY101" fmla="*/ 404336 h 466725"/>
                    <a:gd name="connsiteX102" fmla="*/ 414814 w 476250"/>
                    <a:gd name="connsiteY102" fmla="*/ 380524 h 466725"/>
                    <a:gd name="connsiteX103" fmla="*/ 414814 w 476250"/>
                    <a:gd name="connsiteY103" fmla="*/ 332899 h 466725"/>
                    <a:gd name="connsiteX104" fmla="*/ 461486 w 476250"/>
                    <a:gd name="connsiteY104" fmla="*/ 332899 h 466725"/>
                    <a:gd name="connsiteX105" fmla="*/ 468154 w 476250"/>
                    <a:gd name="connsiteY105" fmla="*/ 326231 h 466725"/>
                    <a:gd name="connsiteX106" fmla="*/ 468154 w 476250"/>
                    <a:gd name="connsiteY106" fmla="*/ 321469 h 466725"/>
                    <a:gd name="connsiteX107" fmla="*/ 461486 w 476250"/>
                    <a:gd name="connsiteY107" fmla="*/ 314801 h 466725"/>
                    <a:gd name="connsiteX108" fmla="*/ 414814 w 476250"/>
                    <a:gd name="connsiteY108" fmla="*/ 314801 h 466725"/>
                    <a:gd name="connsiteX109" fmla="*/ 414814 w 476250"/>
                    <a:gd name="connsiteY109" fmla="*/ 290036 h 466725"/>
                    <a:gd name="connsiteX110" fmla="*/ 461486 w 476250"/>
                    <a:gd name="connsiteY110" fmla="*/ 290036 h 466725"/>
                    <a:gd name="connsiteX111" fmla="*/ 468154 w 476250"/>
                    <a:gd name="connsiteY111" fmla="*/ 283369 h 466725"/>
                    <a:gd name="connsiteX112" fmla="*/ 468154 w 476250"/>
                    <a:gd name="connsiteY112" fmla="*/ 278606 h 466725"/>
                    <a:gd name="connsiteX113" fmla="*/ 461486 w 476250"/>
                    <a:gd name="connsiteY113" fmla="*/ 271939 h 466725"/>
                    <a:gd name="connsiteX114" fmla="*/ 414814 w 476250"/>
                    <a:gd name="connsiteY114" fmla="*/ 271939 h 466725"/>
                    <a:gd name="connsiteX115" fmla="*/ 414814 w 476250"/>
                    <a:gd name="connsiteY115" fmla="*/ 247174 h 466725"/>
                    <a:gd name="connsiteX116" fmla="*/ 461486 w 476250"/>
                    <a:gd name="connsiteY116" fmla="*/ 247174 h 466725"/>
                    <a:gd name="connsiteX117" fmla="*/ 468154 w 476250"/>
                    <a:gd name="connsiteY117" fmla="*/ 240506 h 466725"/>
                    <a:gd name="connsiteX118" fmla="*/ 468154 w 476250"/>
                    <a:gd name="connsiteY118" fmla="*/ 235744 h 466725"/>
                    <a:gd name="connsiteX119" fmla="*/ 461486 w 476250"/>
                    <a:gd name="connsiteY119" fmla="*/ 229076 h 466725"/>
                    <a:gd name="connsiteX120" fmla="*/ 414814 w 476250"/>
                    <a:gd name="connsiteY120" fmla="*/ 229076 h 466725"/>
                    <a:gd name="connsiteX121" fmla="*/ 414814 w 476250"/>
                    <a:gd name="connsiteY121" fmla="*/ 204311 h 466725"/>
                    <a:gd name="connsiteX122" fmla="*/ 461486 w 476250"/>
                    <a:gd name="connsiteY122" fmla="*/ 204311 h 466725"/>
                    <a:gd name="connsiteX123" fmla="*/ 468154 w 476250"/>
                    <a:gd name="connsiteY123" fmla="*/ 197644 h 466725"/>
                    <a:gd name="connsiteX124" fmla="*/ 468154 w 476250"/>
                    <a:gd name="connsiteY124" fmla="*/ 192881 h 466725"/>
                    <a:gd name="connsiteX125" fmla="*/ 461486 w 476250"/>
                    <a:gd name="connsiteY125" fmla="*/ 186214 h 466725"/>
                    <a:gd name="connsiteX126" fmla="*/ 414814 w 476250"/>
                    <a:gd name="connsiteY126" fmla="*/ 186214 h 466725"/>
                    <a:gd name="connsiteX127" fmla="*/ 414814 w 476250"/>
                    <a:gd name="connsiteY127" fmla="*/ 161449 h 466725"/>
                    <a:gd name="connsiteX128" fmla="*/ 462439 w 476250"/>
                    <a:gd name="connsiteY128" fmla="*/ 16144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76250" h="466725">
                      <a:moveTo>
                        <a:pt x="462439" y="160496"/>
                      </a:moveTo>
                      <a:cubicBezTo>
                        <a:pt x="466249" y="160496"/>
                        <a:pt x="469106" y="157639"/>
                        <a:pt x="469106" y="153829"/>
                      </a:cubicBezTo>
                      <a:lnTo>
                        <a:pt x="469106" y="149066"/>
                      </a:lnTo>
                      <a:cubicBezTo>
                        <a:pt x="469106" y="145256"/>
                        <a:pt x="466249" y="142399"/>
                        <a:pt x="462439" y="142399"/>
                      </a:cubicBezTo>
                      <a:lnTo>
                        <a:pt x="415766" y="142399"/>
                      </a:lnTo>
                      <a:lnTo>
                        <a:pt x="415766" y="93821"/>
                      </a:lnTo>
                      <a:cubicBezTo>
                        <a:pt x="415766" y="80486"/>
                        <a:pt x="405289" y="70009"/>
                        <a:pt x="391954" y="70009"/>
                      </a:cubicBezTo>
                      <a:lnTo>
                        <a:pt x="333851" y="70009"/>
                      </a:lnTo>
                      <a:lnTo>
                        <a:pt x="333851" y="13811"/>
                      </a:lnTo>
                      <a:cubicBezTo>
                        <a:pt x="333851" y="10001"/>
                        <a:pt x="330994" y="7144"/>
                        <a:pt x="327184" y="7144"/>
                      </a:cubicBezTo>
                      <a:lnTo>
                        <a:pt x="322421" y="7144"/>
                      </a:lnTo>
                      <a:cubicBezTo>
                        <a:pt x="318611" y="7144"/>
                        <a:pt x="315754" y="10001"/>
                        <a:pt x="315754" y="13811"/>
                      </a:cubicBezTo>
                      <a:lnTo>
                        <a:pt x="315754" y="70009"/>
                      </a:lnTo>
                      <a:lnTo>
                        <a:pt x="290989" y="70009"/>
                      </a:lnTo>
                      <a:lnTo>
                        <a:pt x="290989" y="13811"/>
                      </a:lnTo>
                      <a:cubicBezTo>
                        <a:pt x="290989" y="10001"/>
                        <a:pt x="287179" y="7144"/>
                        <a:pt x="283369" y="7144"/>
                      </a:cubicBezTo>
                      <a:lnTo>
                        <a:pt x="278606" y="7144"/>
                      </a:lnTo>
                      <a:cubicBezTo>
                        <a:pt x="274796" y="7144"/>
                        <a:pt x="271939" y="10001"/>
                        <a:pt x="271939" y="13811"/>
                      </a:cubicBezTo>
                      <a:lnTo>
                        <a:pt x="271939" y="70009"/>
                      </a:lnTo>
                      <a:lnTo>
                        <a:pt x="247174" y="70009"/>
                      </a:lnTo>
                      <a:lnTo>
                        <a:pt x="247174" y="13811"/>
                      </a:lnTo>
                      <a:cubicBezTo>
                        <a:pt x="247174" y="10001"/>
                        <a:pt x="244316" y="7144"/>
                        <a:pt x="240506" y="7144"/>
                      </a:cubicBezTo>
                      <a:lnTo>
                        <a:pt x="235744" y="7144"/>
                      </a:lnTo>
                      <a:cubicBezTo>
                        <a:pt x="231934" y="7144"/>
                        <a:pt x="229076" y="10001"/>
                        <a:pt x="229076" y="13811"/>
                      </a:cubicBezTo>
                      <a:lnTo>
                        <a:pt x="229076" y="70009"/>
                      </a:lnTo>
                      <a:lnTo>
                        <a:pt x="204311" y="70009"/>
                      </a:lnTo>
                      <a:lnTo>
                        <a:pt x="204311" y="13811"/>
                      </a:lnTo>
                      <a:cubicBezTo>
                        <a:pt x="204311" y="10001"/>
                        <a:pt x="201454" y="7144"/>
                        <a:pt x="197644" y="7144"/>
                      </a:cubicBezTo>
                      <a:lnTo>
                        <a:pt x="192881" y="7144"/>
                      </a:lnTo>
                      <a:cubicBezTo>
                        <a:pt x="189071" y="7144"/>
                        <a:pt x="186214" y="10001"/>
                        <a:pt x="186214" y="13811"/>
                      </a:cubicBezTo>
                      <a:lnTo>
                        <a:pt x="186214" y="70009"/>
                      </a:lnTo>
                      <a:lnTo>
                        <a:pt x="161449" y="70009"/>
                      </a:lnTo>
                      <a:lnTo>
                        <a:pt x="161449" y="13811"/>
                      </a:lnTo>
                      <a:cubicBezTo>
                        <a:pt x="161449" y="10001"/>
                        <a:pt x="158591" y="7144"/>
                        <a:pt x="154781" y="7144"/>
                      </a:cubicBezTo>
                      <a:lnTo>
                        <a:pt x="150019" y="7144"/>
                      </a:lnTo>
                      <a:cubicBezTo>
                        <a:pt x="146209" y="7144"/>
                        <a:pt x="143351" y="10001"/>
                        <a:pt x="143351" y="13811"/>
                      </a:cubicBezTo>
                      <a:lnTo>
                        <a:pt x="143351" y="70009"/>
                      </a:lnTo>
                      <a:lnTo>
                        <a:pt x="88106" y="70009"/>
                      </a:lnTo>
                      <a:cubicBezTo>
                        <a:pt x="74771" y="70009"/>
                        <a:pt x="64294" y="81439"/>
                        <a:pt x="64294" y="93821"/>
                      </a:cubicBezTo>
                      <a:lnTo>
                        <a:pt x="64294" y="142399"/>
                      </a:lnTo>
                      <a:lnTo>
                        <a:pt x="13811" y="142399"/>
                      </a:lnTo>
                      <a:cubicBezTo>
                        <a:pt x="10001" y="142399"/>
                        <a:pt x="7144" y="145256"/>
                        <a:pt x="7144" y="149066"/>
                      </a:cubicBezTo>
                      <a:lnTo>
                        <a:pt x="7144" y="153829"/>
                      </a:lnTo>
                      <a:cubicBezTo>
                        <a:pt x="7144" y="157639"/>
                        <a:pt x="10001" y="160496"/>
                        <a:pt x="13811" y="160496"/>
                      </a:cubicBezTo>
                      <a:lnTo>
                        <a:pt x="64294" y="160496"/>
                      </a:lnTo>
                      <a:lnTo>
                        <a:pt x="64294" y="185261"/>
                      </a:lnTo>
                      <a:lnTo>
                        <a:pt x="13811" y="185261"/>
                      </a:lnTo>
                      <a:cubicBezTo>
                        <a:pt x="10001" y="185261"/>
                        <a:pt x="7144" y="188119"/>
                        <a:pt x="7144" y="191929"/>
                      </a:cubicBezTo>
                      <a:lnTo>
                        <a:pt x="7144" y="196691"/>
                      </a:lnTo>
                      <a:cubicBezTo>
                        <a:pt x="7144" y="200501"/>
                        <a:pt x="10001" y="203359"/>
                        <a:pt x="13811" y="203359"/>
                      </a:cubicBezTo>
                      <a:lnTo>
                        <a:pt x="64294" y="203359"/>
                      </a:lnTo>
                      <a:lnTo>
                        <a:pt x="64294" y="228124"/>
                      </a:lnTo>
                      <a:lnTo>
                        <a:pt x="13811" y="228124"/>
                      </a:lnTo>
                      <a:cubicBezTo>
                        <a:pt x="10001" y="229076"/>
                        <a:pt x="7144" y="231934"/>
                        <a:pt x="7144" y="235744"/>
                      </a:cubicBezTo>
                      <a:lnTo>
                        <a:pt x="7144" y="240506"/>
                      </a:lnTo>
                      <a:cubicBezTo>
                        <a:pt x="7144" y="244316"/>
                        <a:pt x="10001" y="247174"/>
                        <a:pt x="13811" y="247174"/>
                      </a:cubicBezTo>
                      <a:lnTo>
                        <a:pt x="64294" y="247174"/>
                      </a:lnTo>
                      <a:lnTo>
                        <a:pt x="64294" y="271939"/>
                      </a:lnTo>
                      <a:lnTo>
                        <a:pt x="13811" y="271939"/>
                      </a:lnTo>
                      <a:cubicBezTo>
                        <a:pt x="10001" y="271939"/>
                        <a:pt x="7144" y="274796"/>
                        <a:pt x="7144" y="278606"/>
                      </a:cubicBezTo>
                      <a:lnTo>
                        <a:pt x="7144" y="283369"/>
                      </a:lnTo>
                      <a:cubicBezTo>
                        <a:pt x="7144" y="287179"/>
                        <a:pt x="10001" y="290036"/>
                        <a:pt x="13811" y="290036"/>
                      </a:cubicBezTo>
                      <a:lnTo>
                        <a:pt x="64294" y="290036"/>
                      </a:lnTo>
                      <a:lnTo>
                        <a:pt x="64294" y="314801"/>
                      </a:lnTo>
                      <a:lnTo>
                        <a:pt x="13811" y="314801"/>
                      </a:lnTo>
                      <a:cubicBezTo>
                        <a:pt x="10001" y="314801"/>
                        <a:pt x="7144" y="317659"/>
                        <a:pt x="7144" y="321469"/>
                      </a:cubicBezTo>
                      <a:lnTo>
                        <a:pt x="7144" y="326231"/>
                      </a:lnTo>
                      <a:cubicBezTo>
                        <a:pt x="7144" y="330041"/>
                        <a:pt x="10001" y="332899"/>
                        <a:pt x="13811" y="332899"/>
                      </a:cubicBezTo>
                      <a:lnTo>
                        <a:pt x="64294" y="332899"/>
                      </a:lnTo>
                      <a:lnTo>
                        <a:pt x="64294" y="380524"/>
                      </a:lnTo>
                      <a:cubicBezTo>
                        <a:pt x="64294" y="393859"/>
                        <a:pt x="74771" y="404336"/>
                        <a:pt x="88106" y="404336"/>
                      </a:cubicBezTo>
                      <a:lnTo>
                        <a:pt x="142399" y="404336"/>
                      </a:lnTo>
                      <a:lnTo>
                        <a:pt x="142399" y="461486"/>
                      </a:lnTo>
                      <a:cubicBezTo>
                        <a:pt x="142399" y="465296"/>
                        <a:pt x="145256" y="468154"/>
                        <a:pt x="149066" y="468154"/>
                      </a:cubicBezTo>
                      <a:lnTo>
                        <a:pt x="153829" y="468154"/>
                      </a:lnTo>
                      <a:cubicBezTo>
                        <a:pt x="157639" y="468154"/>
                        <a:pt x="160496" y="465296"/>
                        <a:pt x="160496" y="461486"/>
                      </a:cubicBezTo>
                      <a:lnTo>
                        <a:pt x="160496" y="404336"/>
                      </a:lnTo>
                      <a:lnTo>
                        <a:pt x="185261" y="404336"/>
                      </a:lnTo>
                      <a:lnTo>
                        <a:pt x="185261" y="461486"/>
                      </a:lnTo>
                      <a:cubicBezTo>
                        <a:pt x="185261" y="465296"/>
                        <a:pt x="188119" y="468154"/>
                        <a:pt x="191929" y="468154"/>
                      </a:cubicBezTo>
                      <a:lnTo>
                        <a:pt x="196691" y="468154"/>
                      </a:lnTo>
                      <a:cubicBezTo>
                        <a:pt x="200501" y="468154"/>
                        <a:pt x="203359" y="465296"/>
                        <a:pt x="203359" y="461486"/>
                      </a:cubicBezTo>
                      <a:lnTo>
                        <a:pt x="203359" y="404336"/>
                      </a:lnTo>
                      <a:lnTo>
                        <a:pt x="228124" y="404336"/>
                      </a:lnTo>
                      <a:lnTo>
                        <a:pt x="228124" y="461486"/>
                      </a:lnTo>
                      <a:cubicBezTo>
                        <a:pt x="228124" y="465296"/>
                        <a:pt x="230981" y="468154"/>
                        <a:pt x="234791" y="468154"/>
                      </a:cubicBezTo>
                      <a:lnTo>
                        <a:pt x="239554" y="468154"/>
                      </a:lnTo>
                      <a:cubicBezTo>
                        <a:pt x="243364" y="468154"/>
                        <a:pt x="246221" y="465296"/>
                        <a:pt x="246221" y="461486"/>
                      </a:cubicBezTo>
                      <a:lnTo>
                        <a:pt x="246221" y="404336"/>
                      </a:lnTo>
                      <a:lnTo>
                        <a:pt x="270986" y="404336"/>
                      </a:lnTo>
                      <a:lnTo>
                        <a:pt x="270986" y="461486"/>
                      </a:lnTo>
                      <a:cubicBezTo>
                        <a:pt x="270986" y="465296"/>
                        <a:pt x="273844" y="468154"/>
                        <a:pt x="277654" y="468154"/>
                      </a:cubicBezTo>
                      <a:lnTo>
                        <a:pt x="283369" y="468154"/>
                      </a:lnTo>
                      <a:cubicBezTo>
                        <a:pt x="287179" y="468154"/>
                        <a:pt x="290036" y="465296"/>
                        <a:pt x="290036" y="461486"/>
                      </a:cubicBezTo>
                      <a:lnTo>
                        <a:pt x="290036" y="404336"/>
                      </a:lnTo>
                      <a:lnTo>
                        <a:pt x="314801" y="404336"/>
                      </a:lnTo>
                      <a:lnTo>
                        <a:pt x="314801" y="461486"/>
                      </a:lnTo>
                      <a:cubicBezTo>
                        <a:pt x="314801" y="465296"/>
                        <a:pt x="317659" y="468154"/>
                        <a:pt x="321469" y="468154"/>
                      </a:cubicBezTo>
                      <a:lnTo>
                        <a:pt x="326231" y="468154"/>
                      </a:lnTo>
                      <a:cubicBezTo>
                        <a:pt x="330041" y="468154"/>
                        <a:pt x="332899" y="465296"/>
                        <a:pt x="332899" y="461486"/>
                      </a:cubicBezTo>
                      <a:lnTo>
                        <a:pt x="332899" y="404336"/>
                      </a:lnTo>
                      <a:lnTo>
                        <a:pt x="391001" y="404336"/>
                      </a:lnTo>
                      <a:cubicBezTo>
                        <a:pt x="404336" y="404336"/>
                        <a:pt x="414814" y="393859"/>
                        <a:pt x="414814" y="380524"/>
                      </a:cubicBezTo>
                      <a:lnTo>
                        <a:pt x="414814" y="332899"/>
                      </a:lnTo>
                      <a:lnTo>
                        <a:pt x="461486" y="332899"/>
                      </a:lnTo>
                      <a:cubicBezTo>
                        <a:pt x="465296" y="332899"/>
                        <a:pt x="468154" y="330041"/>
                        <a:pt x="468154" y="326231"/>
                      </a:cubicBezTo>
                      <a:lnTo>
                        <a:pt x="468154" y="321469"/>
                      </a:lnTo>
                      <a:cubicBezTo>
                        <a:pt x="468154" y="317659"/>
                        <a:pt x="465296" y="314801"/>
                        <a:pt x="461486" y="314801"/>
                      </a:cubicBezTo>
                      <a:lnTo>
                        <a:pt x="414814" y="314801"/>
                      </a:lnTo>
                      <a:lnTo>
                        <a:pt x="414814" y="290036"/>
                      </a:lnTo>
                      <a:lnTo>
                        <a:pt x="461486" y="290036"/>
                      </a:lnTo>
                      <a:cubicBezTo>
                        <a:pt x="465296" y="290036"/>
                        <a:pt x="468154" y="287179"/>
                        <a:pt x="468154" y="283369"/>
                      </a:cubicBezTo>
                      <a:lnTo>
                        <a:pt x="468154" y="278606"/>
                      </a:lnTo>
                      <a:cubicBezTo>
                        <a:pt x="468154" y="274796"/>
                        <a:pt x="465296" y="271939"/>
                        <a:pt x="461486" y="271939"/>
                      </a:cubicBezTo>
                      <a:lnTo>
                        <a:pt x="414814" y="271939"/>
                      </a:lnTo>
                      <a:lnTo>
                        <a:pt x="414814" y="247174"/>
                      </a:lnTo>
                      <a:lnTo>
                        <a:pt x="461486" y="247174"/>
                      </a:lnTo>
                      <a:cubicBezTo>
                        <a:pt x="465296" y="247174"/>
                        <a:pt x="468154" y="244316"/>
                        <a:pt x="468154" y="240506"/>
                      </a:cubicBezTo>
                      <a:lnTo>
                        <a:pt x="468154" y="235744"/>
                      </a:lnTo>
                      <a:cubicBezTo>
                        <a:pt x="468154" y="231934"/>
                        <a:pt x="465296" y="229076"/>
                        <a:pt x="461486" y="229076"/>
                      </a:cubicBezTo>
                      <a:lnTo>
                        <a:pt x="414814" y="229076"/>
                      </a:lnTo>
                      <a:lnTo>
                        <a:pt x="414814" y="204311"/>
                      </a:lnTo>
                      <a:lnTo>
                        <a:pt x="461486" y="204311"/>
                      </a:lnTo>
                      <a:cubicBezTo>
                        <a:pt x="465296" y="204311"/>
                        <a:pt x="468154" y="201454"/>
                        <a:pt x="468154" y="197644"/>
                      </a:cubicBezTo>
                      <a:lnTo>
                        <a:pt x="468154" y="192881"/>
                      </a:lnTo>
                      <a:cubicBezTo>
                        <a:pt x="468154" y="189071"/>
                        <a:pt x="465296" y="186214"/>
                        <a:pt x="461486" y="186214"/>
                      </a:cubicBezTo>
                      <a:lnTo>
                        <a:pt x="414814" y="186214"/>
                      </a:lnTo>
                      <a:lnTo>
                        <a:pt x="414814" y="161449"/>
                      </a:lnTo>
                      <a:lnTo>
                        <a:pt x="462439" y="161449"/>
                      </a:lnTo>
                      <a:close/>
                    </a:path>
                  </a:pathLst>
                </a:custGeom>
                <a:solidFill>
                  <a:schemeClr val="bg1"/>
                </a:solidFill>
                <a:ln w="9525" cap="flat">
                  <a:noFill/>
                  <a:prstDash val="solid"/>
                  <a:miter/>
                </a:ln>
              </p:spPr>
              <p:txBody>
                <a:bodyPr rtlCol="0" anchor="ctr"/>
                <a:lstStyle/>
                <a:p>
                  <a:endParaRPr lang="en-US" sz="1350"/>
                </a:p>
              </p:txBody>
            </p:sp>
            <p:sp>
              <p:nvSpPr>
                <p:cNvPr id="43" name="Freeform: Shape 42">
                  <a:extLst>
                    <a:ext uri="{FF2B5EF4-FFF2-40B4-BE49-F238E27FC236}">
                      <a16:creationId xmlns:a16="http://schemas.microsoft.com/office/drawing/2014/main" id="{93BEA3D9-9AE5-46B2-A231-8B49AC2E558A}"/>
                    </a:ext>
                  </a:extLst>
                </p:cNvPr>
                <p:cNvSpPr/>
                <p:nvPr/>
              </p:nvSpPr>
              <p:spPr>
                <a:xfrm>
                  <a:off x="1855157" y="2765044"/>
                  <a:ext cx="330249" cy="218182"/>
                </a:xfrm>
                <a:custGeom>
                  <a:avLst/>
                  <a:gdLst/>
                  <a:ahLst/>
                  <a:cxnLst/>
                  <a:rect l="l" t="t" r="r" b="b"/>
                  <a:pathLst>
                    <a:path w="330249" h="218182">
                      <a:moveTo>
                        <a:pt x="117946" y="56554"/>
                      </a:moveTo>
                      <a:lnTo>
                        <a:pt x="94115" y="134987"/>
                      </a:lnTo>
                      <a:lnTo>
                        <a:pt x="142028" y="134987"/>
                      </a:lnTo>
                      <a:close/>
                      <a:moveTo>
                        <a:pt x="262681" y="0"/>
                      </a:moveTo>
                      <a:lnTo>
                        <a:pt x="330249" y="0"/>
                      </a:lnTo>
                      <a:lnTo>
                        <a:pt x="330249" y="218182"/>
                      </a:lnTo>
                      <a:lnTo>
                        <a:pt x="262681" y="218182"/>
                      </a:lnTo>
                      <a:close/>
                      <a:moveTo>
                        <a:pt x="82004" y="0"/>
                      </a:moveTo>
                      <a:lnTo>
                        <a:pt x="155544" y="0"/>
                      </a:lnTo>
                      <a:lnTo>
                        <a:pt x="237529" y="218182"/>
                      </a:lnTo>
                      <a:lnTo>
                        <a:pt x="166929" y="218182"/>
                      </a:lnTo>
                      <a:lnTo>
                        <a:pt x="156013" y="182165"/>
                      </a:lnTo>
                      <a:lnTo>
                        <a:pt x="79472" y="182165"/>
                      </a:lnTo>
                      <a:lnTo>
                        <a:pt x="68837" y="218182"/>
                      </a:lnTo>
                      <a:lnTo>
                        <a:pt x="0" y="21818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sp>
          <p:nvSpPr>
            <p:cNvPr id="38" name="Freeform: Shape 37">
              <a:extLst>
                <a:ext uri="{FF2B5EF4-FFF2-40B4-BE49-F238E27FC236}">
                  <a16:creationId xmlns:a16="http://schemas.microsoft.com/office/drawing/2014/main" id="{616EB048-7D81-463A-970A-20BB88838548}"/>
                </a:ext>
              </a:extLst>
            </p:cNvPr>
            <p:cNvSpPr/>
            <p:nvPr/>
          </p:nvSpPr>
          <p:spPr>
            <a:xfrm>
              <a:off x="1912556" y="2967547"/>
              <a:ext cx="3799760" cy="1559974"/>
            </a:xfrm>
            <a:custGeom>
              <a:avLst/>
              <a:gdLst>
                <a:gd name="connsiteX0" fmla="*/ 858917 w 1888549"/>
                <a:gd name="connsiteY0" fmla="*/ 185738 h 775335"/>
                <a:gd name="connsiteX1" fmla="*/ 874990 w 1888549"/>
                <a:gd name="connsiteY1" fmla="*/ 192525 h 775335"/>
                <a:gd name="connsiteX2" fmla="*/ 876147 w 1888549"/>
                <a:gd name="connsiteY2" fmla="*/ 195263 h 775335"/>
                <a:gd name="connsiteX3" fmla="*/ 1272302 w 1888549"/>
                <a:gd name="connsiteY3" fmla="*/ 195263 h 775335"/>
                <a:gd name="connsiteX4" fmla="*/ 1449467 w 1888549"/>
                <a:gd name="connsiteY4" fmla="*/ 372428 h 775335"/>
                <a:gd name="connsiteX5" fmla="*/ 1529477 w 1888549"/>
                <a:gd name="connsiteY5" fmla="*/ 372428 h 775335"/>
                <a:gd name="connsiteX6" fmla="*/ 1598058 w 1888549"/>
                <a:gd name="connsiteY6" fmla="*/ 265748 h 775335"/>
                <a:gd name="connsiteX7" fmla="*/ 1790447 w 1888549"/>
                <a:gd name="connsiteY7" fmla="*/ 265748 h 775335"/>
                <a:gd name="connsiteX8" fmla="*/ 1793319 w 1888549"/>
                <a:gd name="connsiteY8" fmla="*/ 262890 h 775335"/>
                <a:gd name="connsiteX9" fmla="*/ 1796177 w 1888549"/>
                <a:gd name="connsiteY9" fmla="*/ 265748 h 775335"/>
                <a:gd name="connsiteX10" fmla="*/ 1888549 w 1888549"/>
                <a:gd name="connsiteY10" fmla="*/ 265748 h 775335"/>
                <a:gd name="connsiteX11" fmla="*/ 1888549 w 1888549"/>
                <a:gd name="connsiteY11" fmla="*/ 291465 h 775335"/>
                <a:gd name="connsiteX12" fmla="*/ 1800989 w 1888549"/>
                <a:gd name="connsiteY12" fmla="*/ 291465 h 775335"/>
                <a:gd name="connsiteX13" fmla="*/ 1614249 w 1888549"/>
                <a:gd name="connsiteY13" fmla="*/ 479107 h 775335"/>
                <a:gd name="connsiteX14" fmla="*/ 1321832 w 1888549"/>
                <a:gd name="connsiteY14" fmla="*/ 479107 h 775335"/>
                <a:gd name="connsiteX15" fmla="*/ 1088382 w 1888549"/>
                <a:gd name="connsiteY15" fmla="*/ 747795 h 775335"/>
                <a:gd name="connsiteX16" fmla="*/ 1090137 w 1888549"/>
                <a:gd name="connsiteY16" fmla="*/ 752118 h 775335"/>
                <a:gd name="connsiteX17" fmla="*/ 1083707 w 1888549"/>
                <a:gd name="connsiteY17" fmla="*/ 768667 h 775335"/>
                <a:gd name="connsiteX18" fmla="*/ 1067515 w 1888549"/>
                <a:gd name="connsiteY18" fmla="*/ 775335 h 775335"/>
                <a:gd name="connsiteX19" fmla="*/ 1051323 w 1888549"/>
                <a:gd name="connsiteY19" fmla="*/ 768667 h 775335"/>
                <a:gd name="connsiteX20" fmla="*/ 1044655 w 1888549"/>
                <a:gd name="connsiteY20" fmla="*/ 752475 h 775335"/>
                <a:gd name="connsiteX21" fmla="*/ 1051323 w 1888549"/>
                <a:gd name="connsiteY21" fmla="*/ 736282 h 775335"/>
                <a:gd name="connsiteX22" fmla="*/ 1067515 w 1888549"/>
                <a:gd name="connsiteY22" fmla="*/ 729615 h 775335"/>
                <a:gd name="connsiteX23" fmla="*/ 1069567 w 1888549"/>
                <a:gd name="connsiteY23" fmla="*/ 730460 h 775335"/>
                <a:gd name="connsiteX24" fmla="*/ 1310402 w 1888549"/>
                <a:gd name="connsiteY24" fmla="*/ 452437 h 775335"/>
                <a:gd name="connsiteX25" fmla="*/ 1602819 w 1888549"/>
                <a:gd name="connsiteY25" fmla="*/ 452437 h 775335"/>
                <a:gd name="connsiteX26" fmla="*/ 1764600 w 1888549"/>
                <a:gd name="connsiteY26" fmla="*/ 291465 h 775335"/>
                <a:gd name="connsiteX27" fmla="*/ 1611392 w 1888549"/>
                <a:gd name="connsiteY27" fmla="*/ 291465 h 775335"/>
                <a:gd name="connsiteX28" fmla="*/ 1542813 w 1888549"/>
                <a:gd name="connsiteY28" fmla="*/ 398145 h 775335"/>
                <a:gd name="connsiteX29" fmla="*/ 1442800 w 1888549"/>
                <a:gd name="connsiteY29" fmla="*/ 398145 h 775335"/>
                <a:gd name="connsiteX30" fmla="*/ 1440895 w 1888549"/>
                <a:gd name="connsiteY30" fmla="*/ 400050 h 775335"/>
                <a:gd name="connsiteX31" fmla="*/ 1438990 w 1888549"/>
                <a:gd name="connsiteY31" fmla="*/ 398145 h 775335"/>
                <a:gd name="connsiteX32" fmla="*/ 1159908 w 1888549"/>
                <a:gd name="connsiteY32" fmla="*/ 398145 h 775335"/>
                <a:gd name="connsiteX33" fmla="*/ 1135200 w 1888549"/>
                <a:gd name="connsiteY33" fmla="*/ 368334 h 775335"/>
                <a:gd name="connsiteX34" fmla="*/ 1064657 w 1888549"/>
                <a:gd name="connsiteY34" fmla="*/ 438150 h 775335"/>
                <a:gd name="connsiteX35" fmla="*/ 814637 w 1888549"/>
                <a:gd name="connsiteY35" fmla="*/ 438150 h 775335"/>
                <a:gd name="connsiteX36" fmla="*/ 813078 w 1888549"/>
                <a:gd name="connsiteY36" fmla="*/ 441842 h 775335"/>
                <a:gd name="connsiteX37" fmla="*/ 797005 w 1888549"/>
                <a:gd name="connsiteY37" fmla="*/ 448628 h 775335"/>
                <a:gd name="connsiteX38" fmla="*/ 774145 w 1888549"/>
                <a:gd name="connsiteY38" fmla="*/ 425768 h 775335"/>
                <a:gd name="connsiteX39" fmla="*/ 797005 w 1888549"/>
                <a:gd name="connsiteY39" fmla="*/ 402908 h 775335"/>
                <a:gd name="connsiteX40" fmla="*/ 813078 w 1888549"/>
                <a:gd name="connsiteY40" fmla="*/ 409695 h 775335"/>
                <a:gd name="connsiteX41" fmla="*/ 814234 w 1888549"/>
                <a:gd name="connsiteY41" fmla="*/ 412432 h 775335"/>
                <a:gd name="connsiteX42" fmla="*/ 1053227 w 1888549"/>
                <a:gd name="connsiteY42" fmla="*/ 412432 h 775335"/>
                <a:gd name="connsiteX43" fmla="*/ 1118035 w 1888549"/>
                <a:gd name="connsiteY43" fmla="*/ 347625 h 775335"/>
                <a:gd name="connsiteX44" fmla="*/ 1072278 w 1888549"/>
                <a:gd name="connsiteY44" fmla="*/ 292418 h 775335"/>
                <a:gd name="connsiteX45" fmla="*/ 1019035 w 1888549"/>
                <a:gd name="connsiteY45" fmla="*/ 292418 h 775335"/>
                <a:gd name="connsiteX46" fmla="*/ 929403 w 1888549"/>
                <a:gd name="connsiteY46" fmla="*/ 382905 h 775335"/>
                <a:gd name="connsiteX47" fmla="*/ 662702 w 1888549"/>
                <a:gd name="connsiteY47" fmla="*/ 382905 h 775335"/>
                <a:gd name="connsiteX48" fmla="*/ 493157 w 1888549"/>
                <a:gd name="connsiteY48" fmla="*/ 552450 h 775335"/>
                <a:gd name="connsiteX49" fmla="*/ 321708 w 1888549"/>
                <a:gd name="connsiteY49" fmla="*/ 552450 h 775335"/>
                <a:gd name="connsiteX50" fmla="*/ 43766 w 1888549"/>
                <a:gd name="connsiteY50" fmla="*/ 694962 h 775335"/>
                <a:gd name="connsiteX51" fmla="*/ 38814 w 1888549"/>
                <a:gd name="connsiteY51" fmla="*/ 707707 h 775335"/>
                <a:gd name="connsiteX52" fmla="*/ 22622 w 1888549"/>
                <a:gd name="connsiteY52" fmla="*/ 714375 h 775335"/>
                <a:gd name="connsiteX53" fmla="*/ 6429 w 1888549"/>
                <a:gd name="connsiteY53" fmla="*/ 707707 h 775335"/>
                <a:gd name="connsiteX54" fmla="*/ 6429 w 1888549"/>
                <a:gd name="connsiteY54" fmla="*/ 675322 h 775335"/>
                <a:gd name="connsiteX55" fmla="*/ 22622 w 1888549"/>
                <a:gd name="connsiteY55" fmla="*/ 668655 h 775335"/>
                <a:gd name="connsiteX56" fmla="*/ 31555 w 1888549"/>
                <a:gd name="connsiteY56" fmla="*/ 672333 h 775335"/>
                <a:gd name="connsiteX57" fmla="*/ 314088 w 1888549"/>
                <a:gd name="connsiteY57" fmla="*/ 526733 h 775335"/>
                <a:gd name="connsiteX58" fmla="*/ 481728 w 1888549"/>
                <a:gd name="connsiteY58" fmla="*/ 526733 h 775335"/>
                <a:gd name="connsiteX59" fmla="*/ 652224 w 1888549"/>
                <a:gd name="connsiteY59" fmla="*/ 356235 h 775335"/>
                <a:gd name="connsiteX60" fmla="*/ 917972 w 1888549"/>
                <a:gd name="connsiteY60" fmla="*/ 356235 h 775335"/>
                <a:gd name="connsiteX61" fmla="*/ 982448 w 1888549"/>
                <a:gd name="connsiteY61" fmla="*/ 292418 h 775335"/>
                <a:gd name="connsiteX62" fmla="*/ 487443 w 1888549"/>
                <a:gd name="connsiteY62" fmla="*/ 292418 h 775335"/>
                <a:gd name="connsiteX63" fmla="*/ 137060 w 1888549"/>
                <a:gd name="connsiteY63" fmla="*/ 470305 h 775335"/>
                <a:gd name="connsiteX64" fmla="*/ 132160 w 1888549"/>
                <a:gd name="connsiteY64" fmla="*/ 482917 h 775335"/>
                <a:gd name="connsiteX65" fmla="*/ 115968 w 1888549"/>
                <a:gd name="connsiteY65" fmla="*/ 489585 h 775335"/>
                <a:gd name="connsiteX66" fmla="*/ 99775 w 1888549"/>
                <a:gd name="connsiteY66" fmla="*/ 482917 h 775335"/>
                <a:gd name="connsiteX67" fmla="*/ 99775 w 1888549"/>
                <a:gd name="connsiteY67" fmla="*/ 450532 h 775335"/>
                <a:gd name="connsiteX68" fmla="*/ 115968 w 1888549"/>
                <a:gd name="connsiteY68" fmla="*/ 443865 h 775335"/>
                <a:gd name="connsiteX69" fmla="*/ 125063 w 1888549"/>
                <a:gd name="connsiteY69" fmla="*/ 447610 h 775335"/>
                <a:gd name="connsiteX70" fmla="*/ 479823 w 1888549"/>
                <a:gd name="connsiteY70" fmla="*/ 266700 h 775335"/>
                <a:gd name="connsiteX71" fmla="*/ 1008431 w 1888549"/>
                <a:gd name="connsiteY71" fmla="*/ 266700 h 775335"/>
                <a:gd name="connsiteX72" fmla="*/ 1011317 w 1888549"/>
                <a:gd name="connsiteY72" fmla="*/ 263843 h 775335"/>
                <a:gd name="connsiteX73" fmla="*/ 1014174 w 1888549"/>
                <a:gd name="connsiteY73" fmla="*/ 266700 h 775335"/>
                <a:gd name="connsiteX74" fmla="*/ 1084660 w 1888549"/>
                <a:gd name="connsiteY74" fmla="*/ 266700 h 775335"/>
                <a:gd name="connsiteX75" fmla="*/ 1136151 w 1888549"/>
                <a:gd name="connsiteY75" fmla="*/ 329508 h 775335"/>
                <a:gd name="connsiteX76" fmla="*/ 1137999 w 1888549"/>
                <a:gd name="connsiteY76" fmla="*/ 327660 h 775335"/>
                <a:gd name="connsiteX77" fmla="*/ 1157049 w 1888549"/>
                <a:gd name="connsiteY77" fmla="*/ 346710 h 775335"/>
                <a:gd name="connsiteX78" fmla="*/ 1153297 w 1888549"/>
                <a:gd name="connsiteY78" fmla="*/ 350423 h 775335"/>
                <a:gd name="connsiteX79" fmla="*/ 1171338 w 1888549"/>
                <a:gd name="connsiteY79" fmla="*/ 372428 h 775335"/>
                <a:gd name="connsiteX80" fmla="*/ 1413273 w 1888549"/>
                <a:gd name="connsiteY80" fmla="*/ 372428 h 775335"/>
                <a:gd name="connsiteX81" fmla="*/ 1261825 w 1888549"/>
                <a:gd name="connsiteY81" fmla="*/ 220980 h 775335"/>
                <a:gd name="connsiteX82" fmla="*/ 876549 w 1888549"/>
                <a:gd name="connsiteY82" fmla="*/ 220980 h 775335"/>
                <a:gd name="connsiteX83" fmla="*/ 874990 w 1888549"/>
                <a:gd name="connsiteY83" fmla="*/ 224672 h 775335"/>
                <a:gd name="connsiteX84" fmla="*/ 858917 w 1888549"/>
                <a:gd name="connsiteY84" fmla="*/ 231458 h 775335"/>
                <a:gd name="connsiteX85" fmla="*/ 836057 w 1888549"/>
                <a:gd name="connsiteY85" fmla="*/ 208598 h 775335"/>
                <a:gd name="connsiteX86" fmla="*/ 858917 w 1888549"/>
                <a:gd name="connsiteY86" fmla="*/ 185738 h 775335"/>
                <a:gd name="connsiteX87" fmla="*/ 271226 w 1888549"/>
                <a:gd name="connsiteY87" fmla="*/ 0 h 775335"/>
                <a:gd name="connsiteX88" fmla="*/ 287390 w 1888549"/>
                <a:gd name="connsiteY88" fmla="*/ 6695 h 775335"/>
                <a:gd name="connsiteX89" fmla="*/ 288562 w 1888549"/>
                <a:gd name="connsiteY89" fmla="*/ 9525 h 775335"/>
                <a:gd name="connsiteX90" fmla="*/ 369333 w 1888549"/>
                <a:gd name="connsiteY90" fmla="*/ 9525 h 775335"/>
                <a:gd name="connsiteX91" fmla="*/ 489348 w 1888549"/>
                <a:gd name="connsiteY91" fmla="*/ 130492 h 775335"/>
                <a:gd name="connsiteX92" fmla="*/ 1072278 w 1888549"/>
                <a:gd name="connsiteY92" fmla="*/ 130492 h 775335"/>
                <a:gd name="connsiteX93" fmla="*/ 1139905 w 1888549"/>
                <a:gd name="connsiteY93" fmla="*/ 23812 h 775335"/>
                <a:gd name="connsiteX94" fmla="*/ 1284828 w 1888549"/>
                <a:gd name="connsiteY94" fmla="*/ 23812 h 775335"/>
                <a:gd name="connsiteX95" fmla="*/ 1287542 w 1888549"/>
                <a:gd name="connsiteY95" fmla="*/ 20955 h 775335"/>
                <a:gd name="connsiteX96" fmla="*/ 1290384 w 1888549"/>
                <a:gd name="connsiteY96" fmla="*/ 23812 h 775335"/>
                <a:gd name="connsiteX97" fmla="*/ 1553289 w 1888549"/>
                <a:gd name="connsiteY97" fmla="*/ 23812 h 775335"/>
                <a:gd name="connsiteX98" fmla="*/ 1612344 w 1888549"/>
                <a:gd name="connsiteY98" fmla="*/ 131445 h 775335"/>
                <a:gd name="connsiteX99" fmla="*/ 1888549 w 1888549"/>
                <a:gd name="connsiteY99" fmla="*/ 131445 h 775335"/>
                <a:gd name="connsiteX100" fmla="*/ 1888549 w 1888549"/>
                <a:gd name="connsiteY100" fmla="*/ 157162 h 775335"/>
                <a:gd name="connsiteX101" fmla="*/ 1598058 w 1888549"/>
                <a:gd name="connsiteY101" fmla="*/ 157162 h 775335"/>
                <a:gd name="connsiteX102" fmla="*/ 1539002 w 1888549"/>
                <a:gd name="connsiteY102" fmla="*/ 50482 h 775335"/>
                <a:gd name="connsiteX103" fmla="*/ 1316918 w 1888549"/>
                <a:gd name="connsiteY103" fmla="*/ 50482 h 775335"/>
                <a:gd name="connsiteX104" fmla="*/ 1472327 w 1888549"/>
                <a:gd name="connsiteY104" fmla="*/ 206692 h 775335"/>
                <a:gd name="connsiteX105" fmla="*/ 1888549 w 1888549"/>
                <a:gd name="connsiteY105" fmla="*/ 206692 h 775335"/>
                <a:gd name="connsiteX106" fmla="*/ 1888549 w 1888549"/>
                <a:gd name="connsiteY106" fmla="*/ 233054 h 775335"/>
                <a:gd name="connsiteX107" fmla="*/ 1461850 w 1888549"/>
                <a:gd name="connsiteY107" fmla="*/ 232410 h 775335"/>
                <a:gd name="connsiteX108" fmla="*/ 1279922 w 1888549"/>
                <a:gd name="connsiteY108" fmla="*/ 50482 h 775335"/>
                <a:gd name="connsiteX109" fmla="*/ 1153240 w 1888549"/>
                <a:gd name="connsiteY109" fmla="*/ 50482 h 775335"/>
                <a:gd name="connsiteX110" fmla="*/ 1085613 w 1888549"/>
                <a:gd name="connsiteY110" fmla="*/ 156210 h 775335"/>
                <a:gd name="connsiteX111" fmla="*/ 478870 w 1888549"/>
                <a:gd name="connsiteY111" fmla="*/ 156210 h 775335"/>
                <a:gd name="connsiteX112" fmla="*/ 357903 w 1888549"/>
                <a:gd name="connsiteY112" fmla="*/ 36195 h 775335"/>
                <a:gd name="connsiteX113" fmla="*/ 288562 w 1888549"/>
                <a:gd name="connsiteY113" fmla="*/ 36195 h 775335"/>
                <a:gd name="connsiteX114" fmla="*/ 287390 w 1888549"/>
                <a:gd name="connsiteY114" fmla="*/ 39024 h 775335"/>
                <a:gd name="connsiteX115" fmla="*/ 271226 w 1888549"/>
                <a:gd name="connsiteY115" fmla="*/ 45720 h 775335"/>
                <a:gd name="connsiteX116" fmla="*/ 248366 w 1888549"/>
                <a:gd name="connsiteY116" fmla="*/ 22860 h 775335"/>
                <a:gd name="connsiteX117" fmla="*/ 271226 w 1888549"/>
                <a:gd name="connsiteY117" fmla="*/ 0 h 77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888549" h="775335">
                  <a:moveTo>
                    <a:pt x="858917" y="185738"/>
                  </a:moveTo>
                  <a:cubicBezTo>
                    <a:pt x="865108" y="185738"/>
                    <a:pt x="870823" y="188357"/>
                    <a:pt x="874990" y="192525"/>
                  </a:cubicBezTo>
                  <a:lnTo>
                    <a:pt x="876147" y="195263"/>
                  </a:lnTo>
                  <a:lnTo>
                    <a:pt x="1272302" y="195263"/>
                  </a:lnTo>
                  <a:lnTo>
                    <a:pt x="1449467" y="372428"/>
                  </a:lnTo>
                  <a:lnTo>
                    <a:pt x="1529477" y="372428"/>
                  </a:lnTo>
                  <a:lnTo>
                    <a:pt x="1598058" y="265748"/>
                  </a:lnTo>
                  <a:lnTo>
                    <a:pt x="1790447" y="265748"/>
                  </a:lnTo>
                  <a:lnTo>
                    <a:pt x="1793319" y="262890"/>
                  </a:lnTo>
                  <a:lnTo>
                    <a:pt x="1796177" y="265748"/>
                  </a:lnTo>
                  <a:lnTo>
                    <a:pt x="1888549" y="265748"/>
                  </a:lnTo>
                  <a:lnTo>
                    <a:pt x="1888549" y="291465"/>
                  </a:lnTo>
                  <a:lnTo>
                    <a:pt x="1800989" y="291465"/>
                  </a:lnTo>
                  <a:lnTo>
                    <a:pt x="1614249" y="479107"/>
                  </a:lnTo>
                  <a:lnTo>
                    <a:pt x="1321832" y="479107"/>
                  </a:lnTo>
                  <a:lnTo>
                    <a:pt x="1088382" y="747795"/>
                  </a:lnTo>
                  <a:lnTo>
                    <a:pt x="1090137" y="752118"/>
                  </a:lnTo>
                  <a:cubicBezTo>
                    <a:pt x="1090137" y="757952"/>
                    <a:pt x="1087994" y="763905"/>
                    <a:pt x="1083707" y="768667"/>
                  </a:cubicBezTo>
                  <a:cubicBezTo>
                    <a:pt x="1078946" y="773430"/>
                    <a:pt x="1073230" y="775335"/>
                    <a:pt x="1067515" y="775335"/>
                  </a:cubicBezTo>
                  <a:cubicBezTo>
                    <a:pt x="1061801" y="775335"/>
                    <a:pt x="1056085" y="773430"/>
                    <a:pt x="1051323" y="768667"/>
                  </a:cubicBezTo>
                  <a:cubicBezTo>
                    <a:pt x="1046561" y="764857"/>
                    <a:pt x="1044655" y="759142"/>
                    <a:pt x="1044655" y="752475"/>
                  </a:cubicBezTo>
                  <a:cubicBezTo>
                    <a:pt x="1044655" y="746760"/>
                    <a:pt x="1046561" y="741045"/>
                    <a:pt x="1051323" y="736282"/>
                  </a:cubicBezTo>
                  <a:cubicBezTo>
                    <a:pt x="1055133" y="732472"/>
                    <a:pt x="1060848" y="729615"/>
                    <a:pt x="1067515" y="729615"/>
                  </a:cubicBezTo>
                  <a:lnTo>
                    <a:pt x="1069567" y="730460"/>
                  </a:lnTo>
                  <a:lnTo>
                    <a:pt x="1310402" y="452437"/>
                  </a:lnTo>
                  <a:lnTo>
                    <a:pt x="1602819" y="452437"/>
                  </a:lnTo>
                  <a:lnTo>
                    <a:pt x="1764600" y="291465"/>
                  </a:lnTo>
                  <a:lnTo>
                    <a:pt x="1611392" y="291465"/>
                  </a:lnTo>
                  <a:lnTo>
                    <a:pt x="1542813" y="398145"/>
                  </a:lnTo>
                  <a:lnTo>
                    <a:pt x="1442800" y="398145"/>
                  </a:lnTo>
                  <a:lnTo>
                    <a:pt x="1440895" y="400050"/>
                  </a:lnTo>
                  <a:lnTo>
                    <a:pt x="1438990" y="398145"/>
                  </a:lnTo>
                  <a:lnTo>
                    <a:pt x="1159908" y="398145"/>
                  </a:lnTo>
                  <a:lnTo>
                    <a:pt x="1135200" y="368334"/>
                  </a:lnTo>
                  <a:lnTo>
                    <a:pt x="1064657" y="438150"/>
                  </a:lnTo>
                  <a:lnTo>
                    <a:pt x="814637" y="438150"/>
                  </a:lnTo>
                  <a:lnTo>
                    <a:pt x="813078" y="441842"/>
                  </a:lnTo>
                  <a:cubicBezTo>
                    <a:pt x="808911" y="446009"/>
                    <a:pt x="803196" y="448628"/>
                    <a:pt x="797005" y="448628"/>
                  </a:cubicBezTo>
                  <a:cubicBezTo>
                    <a:pt x="784622" y="448628"/>
                    <a:pt x="774145" y="438150"/>
                    <a:pt x="774145" y="425768"/>
                  </a:cubicBezTo>
                  <a:cubicBezTo>
                    <a:pt x="774145" y="413385"/>
                    <a:pt x="784622" y="402908"/>
                    <a:pt x="797005" y="402908"/>
                  </a:cubicBezTo>
                  <a:cubicBezTo>
                    <a:pt x="803196" y="402908"/>
                    <a:pt x="808911" y="405527"/>
                    <a:pt x="813078" y="409695"/>
                  </a:cubicBezTo>
                  <a:lnTo>
                    <a:pt x="814234" y="412432"/>
                  </a:lnTo>
                  <a:lnTo>
                    <a:pt x="1053227" y="412432"/>
                  </a:lnTo>
                  <a:lnTo>
                    <a:pt x="1118035" y="347625"/>
                  </a:lnTo>
                  <a:lnTo>
                    <a:pt x="1072278" y="292418"/>
                  </a:lnTo>
                  <a:lnTo>
                    <a:pt x="1019035" y="292418"/>
                  </a:lnTo>
                  <a:lnTo>
                    <a:pt x="929403" y="382905"/>
                  </a:lnTo>
                  <a:lnTo>
                    <a:pt x="662702" y="382905"/>
                  </a:lnTo>
                  <a:lnTo>
                    <a:pt x="493157" y="552450"/>
                  </a:lnTo>
                  <a:lnTo>
                    <a:pt x="321708" y="552450"/>
                  </a:lnTo>
                  <a:lnTo>
                    <a:pt x="43766" y="694962"/>
                  </a:lnTo>
                  <a:lnTo>
                    <a:pt x="38814" y="707707"/>
                  </a:lnTo>
                  <a:cubicBezTo>
                    <a:pt x="34052" y="711517"/>
                    <a:pt x="28337" y="714375"/>
                    <a:pt x="22622" y="714375"/>
                  </a:cubicBezTo>
                  <a:cubicBezTo>
                    <a:pt x="16907" y="714375"/>
                    <a:pt x="11192" y="712470"/>
                    <a:pt x="6429" y="707707"/>
                  </a:cubicBezTo>
                  <a:cubicBezTo>
                    <a:pt x="-2143" y="699135"/>
                    <a:pt x="-2143" y="684847"/>
                    <a:pt x="6429" y="675322"/>
                  </a:cubicBezTo>
                  <a:cubicBezTo>
                    <a:pt x="10239" y="670560"/>
                    <a:pt x="15954" y="668655"/>
                    <a:pt x="22622" y="668655"/>
                  </a:cubicBezTo>
                  <a:lnTo>
                    <a:pt x="31555" y="672333"/>
                  </a:lnTo>
                  <a:lnTo>
                    <a:pt x="314088" y="526733"/>
                  </a:lnTo>
                  <a:lnTo>
                    <a:pt x="481728" y="526733"/>
                  </a:lnTo>
                  <a:lnTo>
                    <a:pt x="652224" y="356235"/>
                  </a:lnTo>
                  <a:lnTo>
                    <a:pt x="917972" y="356235"/>
                  </a:lnTo>
                  <a:lnTo>
                    <a:pt x="982448" y="292418"/>
                  </a:lnTo>
                  <a:lnTo>
                    <a:pt x="487443" y="292418"/>
                  </a:lnTo>
                  <a:lnTo>
                    <a:pt x="137060" y="470305"/>
                  </a:lnTo>
                  <a:lnTo>
                    <a:pt x="132160" y="482917"/>
                  </a:lnTo>
                  <a:cubicBezTo>
                    <a:pt x="127398" y="486727"/>
                    <a:pt x="121683" y="489585"/>
                    <a:pt x="115968" y="489585"/>
                  </a:cubicBezTo>
                  <a:cubicBezTo>
                    <a:pt x="110253" y="489585"/>
                    <a:pt x="104538" y="487680"/>
                    <a:pt x="99775" y="482917"/>
                  </a:cubicBezTo>
                  <a:cubicBezTo>
                    <a:pt x="91203" y="474345"/>
                    <a:pt x="91203" y="460057"/>
                    <a:pt x="99775" y="450532"/>
                  </a:cubicBezTo>
                  <a:cubicBezTo>
                    <a:pt x="104538" y="445770"/>
                    <a:pt x="109300" y="443865"/>
                    <a:pt x="115968" y="443865"/>
                  </a:cubicBezTo>
                  <a:lnTo>
                    <a:pt x="125063" y="447610"/>
                  </a:lnTo>
                  <a:lnTo>
                    <a:pt x="479823" y="266700"/>
                  </a:lnTo>
                  <a:lnTo>
                    <a:pt x="1008431" y="266700"/>
                  </a:lnTo>
                  <a:lnTo>
                    <a:pt x="1011317" y="263843"/>
                  </a:lnTo>
                  <a:lnTo>
                    <a:pt x="1014174" y="266700"/>
                  </a:lnTo>
                  <a:lnTo>
                    <a:pt x="1084660" y="266700"/>
                  </a:lnTo>
                  <a:lnTo>
                    <a:pt x="1136151" y="329508"/>
                  </a:lnTo>
                  <a:lnTo>
                    <a:pt x="1137999" y="327660"/>
                  </a:lnTo>
                  <a:lnTo>
                    <a:pt x="1157049" y="346710"/>
                  </a:lnTo>
                  <a:lnTo>
                    <a:pt x="1153297" y="350423"/>
                  </a:lnTo>
                  <a:lnTo>
                    <a:pt x="1171338" y="372428"/>
                  </a:lnTo>
                  <a:lnTo>
                    <a:pt x="1413273" y="372428"/>
                  </a:lnTo>
                  <a:lnTo>
                    <a:pt x="1261825" y="220980"/>
                  </a:lnTo>
                  <a:lnTo>
                    <a:pt x="876549" y="220980"/>
                  </a:lnTo>
                  <a:lnTo>
                    <a:pt x="874990" y="224672"/>
                  </a:lnTo>
                  <a:cubicBezTo>
                    <a:pt x="870823" y="228839"/>
                    <a:pt x="865108" y="231458"/>
                    <a:pt x="858917" y="231458"/>
                  </a:cubicBezTo>
                  <a:cubicBezTo>
                    <a:pt x="846534" y="231458"/>
                    <a:pt x="836057" y="220980"/>
                    <a:pt x="836057" y="208598"/>
                  </a:cubicBezTo>
                  <a:cubicBezTo>
                    <a:pt x="836057" y="196215"/>
                    <a:pt x="846534" y="185738"/>
                    <a:pt x="858917" y="185738"/>
                  </a:cubicBezTo>
                  <a:close/>
                  <a:moveTo>
                    <a:pt x="271226" y="0"/>
                  </a:moveTo>
                  <a:cubicBezTo>
                    <a:pt x="277538" y="0"/>
                    <a:pt x="283253" y="2559"/>
                    <a:pt x="287390" y="6695"/>
                  </a:cubicBezTo>
                  <a:lnTo>
                    <a:pt x="288562" y="9525"/>
                  </a:lnTo>
                  <a:lnTo>
                    <a:pt x="369333" y="9525"/>
                  </a:lnTo>
                  <a:lnTo>
                    <a:pt x="489348" y="130492"/>
                  </a:lnTo>
                  <a:lnTo>
                    <a:pt x="1072278" y="130492"/>
                  </a:lnTo>
                  <a:lnTo>
                    <a:pt x="1139905" y="23812"/>
                  </a:lnTo>
                  <a:lnTo>
                    <a:pt x="1284828" y="23812"/>
                  </a:lnTo>
                  <a:lnTo>
                    <a:pt x="1287542" y="20955"/>
                  </a:lnTo>
                  <a:lnTo>
                    <a:pt x="1290384" y="23812"/>
                  </a:lnTo>
                  <a:lnTo>
                    <a:pt x="1553289" y="23812"/>
                  </a:lnTo>
                  <a:lnTo>
                    <a:pt x="1612344" y="131445"/>
                  </a:lnTo>
                  <a:lnTo>
                    <a:pt x="1888549" y="131445"/>
                  </a:lnTo>
                  <a:lnTo>
                    <a:pt x="1888549" y="157162"/>
                  </a:lnTo>
                  <a:lnTo>
                    <a:pt x="1598058" y="157162"/>
                  </a:lnTo>
                  <a:lnTo>
                    <a:pt x="1539002" y="50482"/>
                  </a:lnTo>
                  <a:lnTo>
                    <a:pt x="1316918" y="50482"/>
                  </a:lnTo>
                  <a:lnTo>
                    <a:pt x="1472327" y="206692"/>
                  </a:lnTo>
                  <a:lnTo>
                    <a:pt x="1888549" y="206692"/>
                  </a:lnTo>
                  <a:lnTo>
                    <a:pt x="1888549" y="233054"/>
                  </a:lnTo>
                  <a:lnTo>
                    <a:pt x="1461850" y="232410"/>
                  </a:lnTo>
                  <a:lnTo>
                    <a:pt x="1279922" y="50482"/>
                  </a:lnTo>
                  <a:lnTo>
                    <a:pt x="1153240" y="50482"/>
                  </a:lnTo>
                  <a:lnTo>
                    <a:pt x="1085613" y="156210"/>
                  </a:lnTo>
                  <a:lnTo>
                    <a:pt x="478870" y="156210"/>
                  </a:lnTo>
                  <a:lnTo>
                    <a:pt x="357903" y="36195"/>
                  </a:lnTo>
                  <a:lnTo>
                    <a:pt x="288562" y="36195"/>
                  </a:lnTo>
                  <a:lnTo>
                    <a:pt x="287390" y="39024"/>
                  </a:lnTo>
                  <a:cubicBezTo>
                    <a:pt x="283253" y="43161"/>
                    <a:pt x="277538" y="45720"/>
                    <a:pt x="271226" y="45720"/>
                  </a:cubicBezTo>
                  <a:cubicBezTo>
                    <a:pt x="258601" y="45720"/>
                    <a:pt x="248366" y="35485"/>
                    <a:pt x="248366" y="22860"/>
                  </a:cubicBezTo>
                  <a:cubicBezTo>
                    <a:pt x="248366" y="10235"/>
                    <a:pt x="258601" y="0"/>
                    <a:pt x="271226" y="0"/>
                  </a:cubicBezTo>
                  <a:close/>
                </a:path>
              </a:pathLst>
            </a:custGeom>
            <a:grpFill/>
            <a:ln w="9525" cap="flat">
              <a:noFill/>
              <a:prstDash val="solid"/>
              <a:miter/>
            </a:ln>
          </p:spPr>
          <p:txBody>
            <a:bodyPr rtlCol="0" anchor="ctr"/>
            <a:lstStyle/>
            <a:p>
              <a:endParaRPr lang="en-US" sz="1350"/>
            </a:p>
          </p:txBody>
        </p:sp>
        <p:sp>
          <p:nvSpPr>
            <p:cNvPr id="39" name="Rectangle 38">
              <a:extLst>
                <a:ext uri="{FF2B5EF4-FFF2-40B4-BE49-F238E27FC236}">
                  <a16:creationId xmlns:a16="http://schemas.microsoft.com/office/drawing/2014/main" id="{EA19F564-C784-4AD8-912A-2FD004D79F20}"/>
                </a:ext>
              </a:extLst>
            </p:cNvPr>
            <p:cNvSpPr/>
            <p:nvPr/>
          </p:nvSpPr>
          <p:spPr>
            <a:xfrm>
              <a:off x="1093177" y="4613033"/>
              <a:ext cx="10005646" cy="6770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44" name="TextBox 43">
            <a:extLst>
              <a:ext uri="{FF2B5EF4-FFF2-40B4-BE49-F238E27FC236}">
                <a16:creationId xmlns:a16="http://schemas.microsoft.com/office/drawing/2014/main" id="{D02F4B8E-9B3E-4F0F-A7A3-4E4CCE2F61D7}"/>
              </a:ext>
            </a:extLst>
          </p:cNvPr>
          <p:cNvSpPr txBox="1"/>
          <p:nvPr/>
        </p:nvSpPr>
        <p:spPr>
          <a:xfrm>
            <a:off x="1030086" y="3704061"/>
            <a:ext cx="6865108" cy="507831"/>
          </a:xfrm>
          <a:prstGeom prst="rect">
            <a:avLst/>
          </a:prstGeom>
          <a:solidFill>
            <a:schemeClr val="accent1">
              <a:lumMod val="50000"/>
            </a:schemeClr>
          </a:solidFill>
        </p:spPr>
        <p:txBody>
          <a:bodyPr wrap="square" lIns="27000" tIns="0" rIns="27000" bIns="0" rtlCol="0">
            <a:spAutoFit/>
          </a:bodyPr>
          <a:lstStyle/>
          <a:p>
            <a:r>
              <a:rPr lang="en-US" altLang="ko-KR" sz="3300" dirty="0">
                <a:solidFill>
                  <a:schemeClr val="bg1"/>
                </a:solidFill>
                <a:cs typeface="Arial" pitchFamily="34" charset="0"/>
              </a:rPr>
              <a:t>Advanced Artificial Intelligence</a:t>
            </a:r>
            <a:endParaRPr lang="ko-KR" altLang="en-US" sz="3300" dirty="0">
              <a:solidFill>
                <a:schemeClr val="bg1"/>
              </a:solidFill>
              <a:cs typeface="Arial" pitchFamily="34" charset="0"/>
            </a:endParaRPr>
          </a:p>
        </p:txBody>
      </p:sp>
      <p:sp>
        <p:nvSpPr>
          <p:cNvPr id="2" name="TextBox 1">
            <a:extLst>
              <a:ext uri="{FF2B5EF4-FFF2-40B4-BE49-F238E27FC236}">
                <a16:creationId xmlns:a16="http://schemas.microsoft.com/office/drawing/2014/main" id="{EDB9F391-7E1F-4012-B14B-0323F1643F27}"/>
              </a:ext>
            </a:extLst>
          </p:cNvPr>
          <p:cNvSpPr txBox="1"/>
          <p:nvPr/>
        </p:nvSpPr>
        <p:spPr>
          <a:xfrm>
            <a:off x="6233113" y="4846588"/>
            <a:ext cx="2910887" cy="1154162"/>
          </a:xfrm>
          <a:prstGeom prst="rect">
            <a:avLst/>
          </a:prstGeom>
          <a:solidFill>
            <a:schemeClr val="accent1">
              <a:lumMod val="50000"/>
            </a:schemeClr>
          </a:solidFill>
        </p:spPr>
        <p:txBody>
          <a:bodyPr wrap="square" lIns="27000" tIns="0" rIns="27000" bIns="0" rtlCol="0">
            <a:spAutoFit/>
          </a:bodyPr>
          <a:lstStyle/>
          <a:p>
            <a:r>
              <a:rPr lang="en-US" altLang="ko-KR" sz="1500" b="1" dirty="0">
                <a:solidFill>
                  <a:schemeClr val="bg1"/>
                </a:solidFill>
                <a:cs typeface="Arial" pitchFamily="34" charset="0"/>
              </a:rPr>
              <a:t>Dr. Qurat Ul Ain</a:t>
            </a:r>
          </a:p>
          <a:p>
            <a:r>
              <a:rPr lang="en-US" altLang="ko-KR" sz="1500" dirty="0">
                <a:solidFill>
                  <a:schemeClr val="bg1"/>
                </a:solidFill>
                <a:cs typeface="Arial" pitchFamily="34" charset="0"/>
              </a:rPr>
              <a:t>Assistant Professor</a:t>
            </a:r>
            <a:br>
              <a:rPr lang="en-US" altLang="ko-KR" sz="1500" dirty="0">
                <a:solidFill>
                  <a:schemeClr val="bg1"/>
                </a:solidFill>
                <a:cs typeface="Arial" pitchFamily="34" charset="0"/>
              </a:rPr>
            </a:br>
            <a:r>
              <a:rPr lang="en-US" altLang="ko-KR" sz="1500" dirty="0">
                <a:solidFill>
                  <a:schemeClr val="bg1"/>
                </a:solidFill>
                <a:cs typeface="Arial" pitchFamily="34" charset="0"/>
              </a:rPr>
              <a:t>Dept. of AI &amp; DS</a:t>
            </a:r>
          </a:p>
          <a:p>
            <a:r>
              <a:rPr lang="en-US" altLang="ko-KR" sz="1500" dirty="0">
                <a:solidFill>
                  <a:schemeClr val="bg1"/>
                </a:solidFill>
                <a:cs typeface="Arial" pitchFamily="34" charset="0"/>
              </a:rPr>
              <a:t>FAST NUCES, Islamabad</a:t>
            </a:r>
          </a:p>
          <a:p>
            <a:r>
              <a:rPr lang="en-US" sz="1500" dirty="0">
                <a:solidFill>
                  <a:schemeClr val="bg1"/>
                </a:solidFill>
              </a:rPr>
              <a:t>Email: quratul.ain@isb.nu.edu.pk</a:t>
            </a:r>
          </a:p>
        </p:txBody>
      </p:sp>
      <p:sp>
        <p:nvSpPr>
          <p:cNvPr id="3" name="TextBox 2">
            <a:extLst>
              <a:ext uri="{FF2B5EF4-FFF2-40B4-BE49-F238E27FC236}">
                <a16:creationId xmlns:a16="http://schemas.microsoft.com/office/drawing/2014/main" id="{F5587D2B-81E8-6A6D-CC3C-D10A47D9498F}"/>
              </a:ext>
            </a:extLst>
          </p:cNvPr>
          <p:cNvSpPr txBox="1"/>
          <p:nvPr/>
        </p:nvSpPr>
        <p:spPr>
          <a:xfrm>
            <a:off x="3528583" y="4342761"/>
            <a:ext cx="1546698" cy="276999"/>
          </a:xfrm>
          <a:prstGeom prst="rect">
            <a:avLst/>
          </a:prstGeom>
          <a:solidFill>
            <a:schemeClr val="accent1">
              <a:lumMod val="50000"/>
            </a:schemeClr>
          </a:solidFill>
        </p:spPr>
        <p:txBody>
          <a:bodyPr wrap="square" lIns="27000" tIns="0" rIns="27000" bIns="0" rtlCol="0">
            <a:spAutoFit/>
          </a:bodyPr>
          <a:lstStyle/>
          <a:p>
            <a:r>
              <a:rPr lang="en-US" altLang="ko-KR" dirty="0">
                <a:solidFill>
                  <a:schemeClr val="bg1"/>
                </a:solidFill>
                <a:cs typeface="Arial" pitchFamily="34" charset="0"/>
              </a:rPr>
              <a:t>   Week #7</a:t>
            </a:r>
            <a:endParaRPr lang="ko-KR" altLang="en-US" dirty="0">
              <a:solidFill>
                <a:schemeClr val="bg1"/>
              </a:solidFill>
              <a:cs typeface="Arial" pitchFamily="34" charset="0"/>
            </a:endParaRPr>
          </a:p>
        </p:txBody>
      </p:sp>
    </p:spTree>
    <p:extLst>
      <p:ext uri="{BB962C8B-B14F-4D97-AF65-F5344CB8AC3E}">
        <p14:creationId xmlns:p14="http://schemas.microsoft.com/office/powerpoint/2010/main" val="364955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ADEAD513-A221-4D2B-A8F6-DFB8E5C01C0C}" type="slidenum">
              <a:rPr lang="en-US"/>
              <a:pPr eaLnBrk="1" hangingPunct="1"/>
              <a:t>2</a:t>
            </a:fld>
            <a:endParaRPr lang="en-US"/>
          </a:p>
        </p:txBody>
      </p:sp>
      <p:sp>
        <p:nvSpPr>
          <p:cNvPr id="7171" name="Rectangle 2"/>
          <p:cNvSpPr>
            <a:spLocks noGrp="1" noChangeArrowheads="1"/>
          </p:cNvSpPr>
          <p:nvPr>
            <p:ph type="body" idx="1"/>
          </p:nvPr>
        </p:nvSpPr>
        <p:spPr>
          <a:xfrm>
            <a:off x="381000" y="1447800"/>
            <a:ext cx="8305800" cy="5029200"/>
          </a:xfrm>
          <a:noFill/>
        </p:spPr>
        <p:txBody>
          <a:bodyPr lIns="92075" tIns="46038" rIns="92075" bIns="46038"/>
          <a:lstStyle/>
          <a:p>
            <a:pPr eaLnBrk="1" hangingPunct="1">
              <a:lnSpc>
                <a:spcPct val="90000"/>
              </a:lnSpc>
            </a:pPr>
            <a:r>
              <a:rPr lang="en-US" sz="2400" dirty="0">
                <a:solidFill>
                  <a:schemeClr val="hlink"/>
                </a:solidFill>
              </a:rPr>
              <a:t>Classification</a:t>
            </a:r>
            <a:r>
              <a:rPr lang="en-US" sz="2000" dirty="0"/>
              <a:t>  </a:t>
            </a:r>
          </a:p>
          <a:p>
            <a:pPr lvl="1" eaLnBrk="1" hangingPunct="1">
              <a:lnSpc>
                <a:spcPct val="90000"/>
              </a:lnSpc>
            </a:pPr>
            <a:r>
              <a:rPr lang="en-US" sz="2400" dirty="0"/>
              <a:t>predicts categorical class labels (discrete or nominal)</a:t>
            </a:r>
          </a:p>
          <a:p>
            <a:pPr lvl="1" eaLnBrk="1" hangingPunct="1">
              <a:lnSpc>
                <a:spcPct val="90000"/>
              </a:lnSpc>
            </a:pPr>
            <a:r>
              <a:rPr lang="en-US" sz="2400" dirty="0"/>
              <a:t>classifies data (constructs a model) based on the training set and the values (</a:t>
            </a:r>
            <a:r>
              <a:rPr lang="en-US" sz="2400" dirty="0">
                <a:solidFill>
                  <a:schemeClr val="hlink"/>
                </a:solidFill>
              </a:rPr>
              <a:t>class labels</a:t>
            </a:r>
            <a:r>
              <a:rPr lang="en-US" sz="2400" dirty="0"/>
              <a:t>) in a classifying attribute and uses it in classifying new data</a:t>
            </a:r>
          </a:p>
          <a:p>
            <a:pPr eaLnBrk="1" hangingPunct="1">
              <a:lnSpc>
                <a:spcPct val="90000"/>
              </a:lnSpc>
            </a:pPr>
            <a:r>
              <a:rPr lang="en-US" sz="2400" dirty="0">
                <a:solidFill>
                  <a:schemeClr val="hlink"/>
                </a:solidFill>
              </a:rPr>
              <a:t>Numeric Prediction  </a:t>
            </a:r>
          </a:p>
          <a:p>
            <a:pPr lvl="1" eaLnBrk="1" hangingPunct="1">
              <a:lnSpc>
                <a:spcPct val="90000"/>
              </a:lnSpc>
            </a:pPr>
            <a:r>
              <a:rPr lang="en-US" sz="2400" dirty="0"/>
              <a:t>models continuous-valued functions, i.e., predicts unknown or missing values </a:t>
            </a:r>
          </a:p>
          <a:p>
            <a:pPr eaLnBrk="1" hangingPunct="1">
              <a:lnSpc>
                <a:spcPct val="90000"/>
              </a:lnSpc>
            </a:pPr>
            <a:r>
              <a:rPr lang="en-US" sz="2400" dirty="0"/>
              <a:t>Typical applications</a:t>
            </a:r>
          </a:p>
          <a:p>
            <a:pPr lvl="1" eaLnBrk="1" hangingPunct="1">
              <a:lnSpc>
                <a:spcPct val="90000"/>
              </a:lnSpc>
              <a:buClr>
                <a:srgbClr val="0000CC"/>
              </a:buClr>
            </a:pPr>
            <a:r>
              <a:rPr lang="en-US" sz="2400" dirty="0"/>
              <a:t>Credit/loan approval:</a:t>
            </a:r>
          </a:p>
          <a:p>
            <a:pPr lvl="1" eaLnBrk="1" hangingPunct="1">
              <a:lnSpc>
                <a:spcPct val="90000"/>
              </a:lnSpc>
              <a:buClr>
                <a:srgbClr val="0000CC"/>
              </a:buClr>
            </a:pPr>
            <a:r>
              <a:rPr lang="en-US" sz="2400" dirty="0"/>
              <a:t>Medical diagnosis: if a tumor is cancerous or benign</a:t>
            </a:r>
          </a:p>
          <a:p>
            <a:pPr lvl="1" eaLnBrk="1" hangingPunct="1">
              <a:lnSpc>
                <a:spcPct val="90000"/>
              </a:lnSpc>
              <a:buClr>
                <a:srgbClr val="0000CC"/>
              </a:buClr>
            </a:pPr>
            <a:r>
              <a:rPr lang="en-US" sz="2400" dirty="0"/>
              <a:t>Fraud detection: if a transaction is fraudulent</a:t>
            </a:r>
          </a:p>
          <a:p>
            <a:pPr lvl="1" eaLnBrk="1" hangingPunct="1">
              <a:lnSpc>
                <a:spcPct val="90000"/>
              </a:lnSpc>
              <a:buClr>
                <a:srgbClr val="0000CC"/>
              </a:buClr>
            </a:pPr>
            <a:r>
              <a:rPr lang="en-US" sz="2400" dirty="0"/>
              <a:t>Web page categorization: which category it is</a:t>
            </a:r>
          </a:p>
        </p:txBody>
      </p:sp>
      <p:sp>
        <p:nvSpPr>
          <p:cNvPr id="7172" name="Rectangle 3"/>
          <p:cNvSpPr>
            <a:spLocks noGrp="1" noChangeArrowheads="1"/>
          </p:cNvSpPr>
          <p:nvPr>
            <p:ph type="title"/>
          </p:nvPr>
        </p:nvSpPr>
        <p:spPr>
          <a:xfrm>
            <a:off x="0" y="0"/>
            <a:ext cx="9144000" cy="1047750"/>
          </a:xfrm>
          <a:noFill/>
        </p:spPr>
        <p:txBody>
          <a:bodyPr lIns="92075" tIns="46038" rIns="92075" bIns="46038" anchor="ctr"/>
          <a:lstStyle/>
          <a:p>
            <a:pPr eaLnBrk="1" hangingPunct="1"/>
            <a:r>
              <a:rPr lang="en-US"/>
              <a:t>Prediction Problems: Classification vs. Numeric Prediction</a:t>
            </a:r>
          </a:p>
        </p:txBody>
      </p:sp>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F156EDE-B1C9-45EF-B50D-09FB6810B9FD}" type="slidenum">
              <a:rPr lang="en-US"/>
              <a:pPr eaLnBrk="1" hangingPunct="1"/>
              <a:t>3</a:t>
            </a:fld>
            <a:endParaRPr lang="en-US"/>
          </a:p>
        </p:txBody>
      </p:sp>
      <p:sp>
        <p:nvSpPr>
          <p:cNvPr id="8195" name="Rectangle 2"/>
          <p:cNvSpPr>
            <a:spLocks noGrp="1" noChangeArrowheads="1"/>
          </p:cNvSpPr>
          <p:nvPr>
            <p:ph type="title"/>
          </p:nvPr>
        </p:nvSpPr>
        <p:spPr>
          <a:xfrm>
            <a:off x="533400" y="304800"/>
            <a:ext cx="8001000" cy="685800"/>
          </a:xfrm>
        </p:spPr>
        <p:txBody>
          <a:bodyPr/>
          <a:lstStyle/>
          <a:p>
            <a:pPr eaLnBrk="1" hangingPunct="1"/>
            <a:r>
              <a:rPr lang="en-US"/>
              <a:t>Classification—A Two-Step Process</a:t>
            </a:r>
            <a:r>
              <a:rPr lang="en-US" sz="2800"/>
              <a:t> </a:t>
            </a:r>
            <a:endParaRPr lang="en-US" sz="3200"/>
          </a:p>
        </p:txBody>
      </p:sp>
      <p:sp>
        <p:nvSpPr>
          <p:cNvPr id="8196" name="Rectangle 3"/>
          <p:cNvSpPr>
            <a:spLocks noGrp="1" noChangeArrowheads="1"/>
          </p:cNvSpPr>
          <p:nvPr>
            <p:ph type="body" idx="1"/>
          </p:nvPr>
        </p:nvSpPr>
        <p:spPr>
          <a:xfrm>
            <a:off x="457200" y="1371600"/>
            <a:ext cx="8382000" cy="5257800"/>
          </a:xfrm>
        </p:spPr>
        <p:txBody>
          <a:bodyPr/>
          <a:lstStyle/>
          <a:p>
            <a:pPr eaLnBrk="1" hangingPunct="1"/>
            <a:r>
              <a:rPr lang="en-US" sz="2000">
                <a:solidFill>
                  <a:schemeClr val="hlink"/>
                </a:solidFill>
              </a:rPr>
              <a:t>Model construction</a:t>
            </a:r>
            <a:r>
              <a:rPr lang="en-US" sz="2000"/>
              <a:t>: describing a set of predetermined classes</a:t>
            </a:r>
          </a:p>
          <a:p>
            <a:pPr lvl="1" eaLnBrk="1" hangingPunct="1"/>
            <a:r>
              <a:rPr lang="en-US" sz="2000"/>
              <a:t>Each tuple/sample is assumed to belong to a predefined class, as determined by the </a:t>
            </a:r>
            <a:r>
              <a:rPr lang="en-US" sz="2000">
                <a:solidFill>
                  <a:schemeClr val="hlink"/>
                </a:solidFill>
              </a:rPr>
              <a:t>class label attribute</a:t>
            </a:r>
          </a:p>
          <a:p>
            <a:pPr lvl="1" eaLnBrk="1" hangingPunct="1"/>
            <a:r>
              <a:rPr lang="en-US" sz="2000"/>
              <a:t>The set of tuples used for model construction is </a:t>
            </a:r>
            <a:r>
              <a:rPr lang="en-US" sz="2000">
                <a:solidFill>
                  <a:schemeClr val="hlink"/>
                </a:solidFill>
              </a:rPr>
              <a:t>training set</a:t>
            </a:r>
          </a:p>
          <a:p>
            <a:pPr lvl="1" eaLnBrk="1" hangingPunct="1"/>
            <a:r>
              <a:rPr lang="en-US" sz="2000"/>
              <a:t>The model is represented as classification rules, decision trees, or mathematical formulae</a:t>
            </a:r>
          </a:p>
          <a:p>
            <a:pPr eaLnBrk="1" hangingPunct="1"/>
            <a:r>
              <a:rPr lang="en-US" sz="2000">
                <a:solidFill>
                  <a:schemeClr val="hlink"/>
                </a:solidFill>
              </a:rPr>
              <a:t>Model usage</a:t>
            </a:r>
            <a:r>
              <a:rPr lang="en-US" sz="2000"/>
              <a:t>: for classifying future or unknown objects</a:t>
            </a:r>
          </a:p>
          <a:p>
            <a:pPr lvl="1" eaLnBrk="1" hangingPunct="1"/>
            <a:r>
              <a:rPr lang="en-US" sz="2000">
                <a:solidFill>
                  <a:schemeClr val="hlink"/>
                </a:solidFill>
              </a:rPr>
              <a:t>Estimate accuracy</a:t>
            </a:r>
            <a:r>
              <a:rPr lang="en-US" sz="2000"/>
              <a:t> of the model</a:t>
            </a:r>
          </a:p>
          <a:p>
            <a:pPr lvl="2" eaLnBrk="1" hangingPunct="1"/>
            <a:r>
              <a:rPr lang="en-US" sz="2000"/>
              <a:t>The known label of test sample is compared with the classified result from the model</a:t>
            </a:r>
          </a:p>
          <a:p>
            <a:pPr lvl="2" eaLnBrk="1" hangingPunct="1"/>
            <a:r>
              <a:rPr lang="en-US" sz="2000">
                <a:solidFill>
                  <a:schemeClr val="hlink"/>
                </a:solidFill>
              </a:rPr>
              <a:t>Accuracy</a:t>
            </a:r>
            <a:r>
              <a:rPr lang="en-US" sz="2000"/>
              <a:t> rate is the percentage of test set samples that are correctly classified by the model</a:t>
            </a:r>
          </a:p>
          <a:p>
            <a:pPr lvl="2" eaLnBrk="1" hangingPunct="1"/>
            <a:r>
              <a:rPr lang="en-US" sz="2000">
                <a:solidFill>
                  <a:schemeClr val="hlink"/>
                </a:solidFill>
              </a:rPr>
              <a:t>Test set</a:t>
            </a:r>
            <a:r>
              <a:rPr lang="en-US" sz="2000"/>
              <a:t> is independent of training set (otherwise overfitting) </a:t>
            </a:r>
          </a:p>
          <a:p>
            <a:pPr lvl="1" eaLnBrk="1" hangingPunct="1"/>
            <a:r>
              <a:rPr lang="en-US" sz="2000"/>
              <a:t>If the accuracy is acceptable, use the model to </a:t>
            </a:r>
            <a:r>
              <a:rPr lang="en-US" sz="2000">
                <a:solidFill>
                  <a:schemeClr val="hlink"/>
                </a:solidFill>
              </a:rPr>
              <a:t>classify new data</a:t>
            </a:r>
          </a:p>
          <a:p>
            <a:pPr eaLnBrk="1" hangingPunct="1"/>
            <a:r>
              <a:rPr lang="en-US" sz="2000"/>
              <a:t>Note: If </a:t>
            </a:r>
            <a:r>
              <a:rPr lang="en-US" sz="2000" i="1"/>
              <a:t>the test set </a:t>
            </a:r>
            <a:r>
              <a:rPr lang="en-US" sz="2000"/>
              <a:t>is used to select models, it is called </a:t>
            </a:r>
            <a:r>
              <a:rPr lang="en-US" sz="2000">
                <a:solidFill>
                  <a:srgbClr val="C00000"/>
                </a:solidFill>
              </a:rPr>
              <a:t>validation (test) set</a:t>
            </a:r>
          </a:p>
        </p:txBody>
      </p:sp>
    </p:spTree>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161D6B83-8763-4DE0-ADAC-E8DB5CBFB9C4}" type="slidenum">
              <a:rPr lang="en-US"/>
              <a:pPr eaLnBrk="1" hangingPunct="1"/>
              <a:t>4</a:t>
            </a:fld>
            <a:endParaRPr lang="en-US"/>
          </a:p>
        </p:txBody>
      </p:sp>
      <p:sp>
        <p:nvSpPr>
          <p:cNvPr id="9219" name="Rectangle 2"/>
          <p:cNvSpPr>
            <a:spLocks noGrp="1" noChangeArrowheads="1"/>
          </p:cNvSpPr>
          <p:nvPr>
            <p:ph type="title"/>
          </p:nvPr>
        </p:nvSpPr>
        <p:spPr>
          <a:xfrm>
            <a:off x="457200" y="228600"/>
            <a:ext cx="8077200" cy="762000"/>
          </a:xfrm>
          <a:noFill/>
        </p:spPr>
        <p:txBody>
          <a:bodyPr lIns="92075" tIns="46038" rIns="92075" bIns="46038"/>
          <a:lstStyle/>
          <a:p>
            <a:pPr eaLnBrk="1" hangingPunct="1"/>
            <a:r>
              <a:rPr lang="en-US"/>
              <a:t>Process (1): Model Construction</a:t>
            </a:r>
          </a:p>
        </p:txBody>
      </p:sp>
      <p:grpSp>
        <p:nvGrpSpPr>
          <p:cNvPr id="9220" name="Group 3"/>
          <p:cNvGrpSpPr>
            <a:grpSpLocks/>
          </p:cNvGrpSpPr>
          <p:nvPr/>
        </p:nvGrpSpPr>
        <p:grpSpPr bwMode="auto">
          <a:xfrm>
            <a:off x="2036763" y="1774825"/>
            <a:ext cx="1698625" cy="1506538"/>
            <a:chOff x="1283" y="1118"/>
            <a:chExt cx="1070" cy="949"/>
          </a:xfrm>
        </p:grpSpPr>
        <p:pic>
          <p:nvPicPr>
            <p:cNvPr id="9233" name="Picture 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83" y="1118"/>
              <a:ext cx="1070"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4" name="Rectangle 5"/>
            <p:cNvSpPr>
              <a:spLocks noChangeArrowheads="1"/>
            </p:cNvSpPr>
            <p:nvPr/>
          </p:nvSpPr>
          <p:spPr bwMode="auto">
            <a:xfrm>
              <a:off x="1347" y="1427"/>
              <a:ext cx="934"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Training</a:t>
              </a:r>
            </a:p>
            <a:p>
              <a:pPr algn="ctr"/>
              <a:r>
                <a:rPr lang="en-US" sz="2400">
                  <a:latin typeface="Times New Roman" panose="02020603050405020304" pitchFamily="18" charset="0"/>
                </a:rPr>
                <a:t>Data</a:t>
              </a:r>
            </a:p>
          </p:txBody>
        </p:sp>
      </p:grpSp>
      <p:graphicFrame>
        <p:nvGraphicFramePr>
          <p:cNvPr id="9221" name="Object 0"/>
          <p:cNvGraphicFramePr>
            <a:graphicFrameLocks/>
          </p:cNvGraphicFramePr>
          <p:nvPr/>
        </p:nvGraphicFramePr>
        <p:xfrm>
          <a:off x="288925" y="3825875"/>
          <a:ext cx="5437188" cy="2495550"/>
        </p:xfrm>
        <a:graphic>
          <a:graphicData uri="http://schemas.openxmlformats.org/presentationml/2006/ole">
            <mc:AlternateContent xmlns:mc="http://schemas.openxmlformats.org/markup-compatibility/2006">
              <mc:Choice xmlns:v="urn:schemas-microsoft-com:vml" Requires="v">
                <p:oleObj name="Worksheet" r:id="rId4" imgW="5437188" imgH="2495550" progId="Excel.Sheet.8">
                  <p:embed/>
                </p:oleObj>
              </mc:Choice>
              <mc:Fallback>
                <p:oleObj name="Worksheet" r:id="rId4" imgW="5437188" imgH="2495550" progId="Excel.Sheet.8">
                  <p:embed/>
                  <p:pic>
                    <p:nvPicPr>
                      <p:cNvPr id="0" name="Object 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25" y="3825875"/>
                        <a:ext cx="5437188"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2" name="Line 7"/>
          <p:cNvSpPr>
            <a:spLocks noChangeShapeType="1"/>
          </p:cNvSpPr>
          <p:nvPr/>
        </p:nvSpPr>
        <p:spPr bwMode="auto">
          <a:xfrm flipH="1">
            <a:off x="306388" y="3111500"/>
            <a:ext cx="1644650" cy="7000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223" name="Line 8"/>
          <p:cNvSpPr>
            <a:spLocks noChangeShapeType="1"/>
          </p:cNvSpPr>
          <p:nvPr/>
        </p:nvSpPr>
        <p:spPr bwMode="auto">
          <a:xfrm>
            <a:off x="3736975" y="3111500"/>
            <a:ext cx="2025650" cy="7000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224" name="Rectangle 9"/>
          <p:cNvSpPr>
            <a:spLocks noChangeArrowheads="1"/>
          </p:cNvSpPr>
          <p:nvPr/>
        </p:nvSpPr>
        <p:spPr bwMode="auto">
          <a:xfrm>
            <a:off x="6481763" y="1622425"/>
            <a:ext cx="1870075" cy="835025"/>
          </a:xfrm>
          <a:prstGeom prst="rect">
            <a:avLst/>
          </a:prstGeom>
          <a:solidFill>
            <a:srgbClr val="CCFFFF"/>
          </a:solidFill>
          <a:ln w="12700">
            <a:solidFill>
              <a:schemeClr val="tx1"/>
            </a:solidFill>
            <a:miter lim="800000"/>
            <a:headEnd/>
            <a:tailEnd/>
          </a:ln>
        </p:spPr>
        <p:txBody>
          <a:bodyPr wrap="none"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Classification</a:t>
            </a:r>
          </a:p>
          <a:p>
            <a:pPr algn="ctr"/>
            <a:r>
              <a:rPr lang="en-US" sz="2400">
                <a:latin typeface="Times New Roman" panose="02020603050405020304" pitchFamily="18" charset="0"/>
              </a:rPr>
              <a:t>Algorithms</a:t>
            </a:r>
          </a:p>
        </p:txBody>
      </p:sp>
      <p:sp>
        <p:nvSpPr>
          <p:cNvPr id="9225" name="AutoShape 10"/>
          <p:cNvSpPr>
            <a:spLocks noChangeArrowheads="1"/>
          </p:cNvSpPr>
          <p:nvPr/>
        </p:nvSpPr>
        <p:spPr bwMode="auto">
          <a:xfrm rot="-1140000">
            <a:off x="4235450" y="2074863"/>
            <a:ext cx="1657350" cy="484187"/>
          </a:xfrm>
          <a:prstGeom prst="rightArrow">
            <a:avLst>
              <a:gd name="adj1" fmla="val 50000"/>
              <a:gd name="adj2" fmla="val 85606"/>
            </a:avLst>
          </a:prstGeom>
          <a:solidFill>
            <a:srgbClr val="2597B8"/>
          </a:solidFill>
          <a:ln w="12700">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sp>
        <p:nvSpPr>
          <p:cNvPr id="9226" name="Rectangle 11"/>
          <p:cNvSpPr>
            <a:spLocks noChangeArrowheads="1"/>
          </p:cNvSpPr>
          <p:nvPr/>
        </p:nvSpPr>
        <p:spPr bwMode="auto">
          <a:xfrm>
            <a:off x="5948363" y="5311775"/>
            <a:ext cx="3008312" cy="1200150"/>
          </a:xfrm>
          <a:prstGeom prst="rect">
            <a:avLst/>
          </a:prstGeom>
          <a:solidFill>
            <a:srgbClr val="CCFFCC"/>
          </a:solidFill>
          <a:ln w="12700">
            <a:solidFill>
              <a:schemeClr val="tx1"/>
            </a:solidFill>
            <a:miter lim="800000"/>
            <a:headEnd/>
            <a:tailEnd/>
          </a:ln>
        </p:spPr>
        <p:txBody>
          <a:bodyPr wrap="none"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sz="2400">
                <a:latin typeface="Times New Roman" panose="02020603050405020304" pitchFamily="18" charset="0"/>
              </a:rPr>
              <a:t>IF rank = ‘professor’</a:t>
            </a:r>
          </a:p>
          <a:p>
            <a:r>
              <a:rPr lang="en-US" sz="2400">
                <a:latin typeface="Times New Roman" panose="02020603050405020304" pitchFamily="18" charset="0"/>
              </a:rPr>
              <a:t>OR years &gt; 6</a:t>
            </a:r>
          </a:p>
          <a:p>
            <a:r>
              <a:rPr lang="en-US" sz="2400">
                <a:latin typeface="Times New Roman" panose="02020603050405020304" pitchFamily="18" charset="0"/>
              </a:rPr>
              <a:t>THEN tenured = ‘yes’ </a:t>
            </a:r>
          </a:p>
        </p:txBody>
      </p:sp>
      <p:grpSp>
        <p:nvGrpSpPr>
          <p:cNvPr id="9227" name="Group 12"/>
          <p:cNvGrpSpPr>
            <a:grpSpLocks/>
          </p:cNvGrpSpPr>
          <p:nvPr/>
        </p:nvGrpSpPr>
        <p:grpSpPr bwMode="auto">
          <a:xfrm>
            <a:off x="6478588" y="3216275"/>
            <a:ext cx="1889125" cy="1506538"/>
            <a:chOff x="4081" y="2026"/>
            <a:chExt cx="1190" cy="949"/>
          </a:xfrm>
        </p:grpSpPr>
        <p:pic>
          <p:nvPicPr>
            <p:cNvPr id="9231" name="Picture 13"/>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81" y="2026"/>
              <a:ext cx="1190"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2" name="Rectangle 14"/>
            <p:cNvSpPr>
              <a:spLocks noChangeArrowheads="1"/>
            </p:cNvSpPr>
            <p:nvPr/>
          </p:nvSpPr>
          <p:spPr bwMode="auto">
            <a:xfrm>
              <a:off x="4245" y="2306"/>
              <a:ext cx="851"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Classifier</a:t>
              </a:r>
            </a:p>
            <a:p>
              <a:pPr algn="ctr"/>
              <a:r>
                <a:rPr lang="en-US" sz="2400">
                  <a:latin typeface="Times New Roman" panose="02020603050405020304" pitchFamily="18" charset="0"/>
                </a:rPr>
                <a:t>(Model)</a:t>
              </a:r>
            </a:p>
          </p:txBody>
        </p:sp>
      </p:grpSp>
      <p:sp>
        <p:nvSpPr>
          <p:cNvPr id="9228" name="Line 15"/>
          <p:cNvSpPr>
            <a:spLocks noChangeShapeType="1"/>
          </p:cNvSpPr>
          <p:nvPr/>
        </p:nvSpPr>
        <p:spPr bwMode="auto">
          <a:xfrm flipH="1">
            <a:off x="5946775" y="4621213"/>
            <a:ext cx="531813" cy="7143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229" name="Line 16"/>
          <p:cNvSpPr>
            <a:spLocks noChangeShapeType="1"/>
          </p:cNvSpPr>
          <p:nvPr/>
        </p:nvSpPr>
        <p:spPr bwMode="auto">
          <a:xfrm>
            <a:off x="8369300" y="4543425"/>
            <a:ext cx="577850" cy="79057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230" name="AutoShape 17"/>
          <p:cNvSpPr>
            <a:spLocks noChangeArrowheads="1"/>
          </p:cNvSpPr>
          <p:nvPr/>
        </p:nvSpPr>
        <p:spPr bwMode="auto">
          <a:xfrm>
            <a:off x="7143750" y="2576513"/>
            <a:ext cx="546100" cy="592137"/>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66F3170A-6893-46FA-A25F-4025BDD31188}" type="slidenum">
              <a:rPr lang="en-US"/>
              <a:pPr eaLnBrk="1" hangingPunct="1"/>
              <a:t>5</a:t>
            </a:fld>
            <a:endParaRPr lang="en-US"/>
          </a:p>
        </p:txBody>
      </p:sp>
      <p:sp>
        <p:nvSpPr>
          <p:cNvPr id="10243" name="Rectangle 2"/>
          <p:cNvSpPr>
            <a:spLocks noGrp="1" noChangeArrowheads="1"/>
          </p:cNvSpPr>
          <p:nvPr>
            <p:ph type="title"/>
          </p:nvPr>
        </p:nvSpPr>
        <p:spPr>
          <a:xfrm>
            <a:off x="0" y="228600"/>
            <a:ext cx="9144000" cy="762000"/>
          </a:xfrm>
          <a:noFill/>
        </p:spPr>
        <p:txBody>
          <a:bodyPr lIns="92075" tIns="46038" rIns="92075" bIns="46038"/>
          <a:lstStyle/>
          <a:p>
            <a:pPr eaLnBrk="1" hangingPunct="1"/>
            <a:r>
              <a:rPr lang="en-US"/>
              <a:t>Process (2): Using the Model in Prediction </a:t>
            </a:r>
          </a:p>
        </p:txBody>
      </p:sp>
      <p:grpSp>
        <p:nvGrpSpPr>
          <p:cNvPr id="10244" name="Group 3"/>
          <p:cNvGrpSpPr>
            <a:grpSpLocks/>
          </p:cNvGrpSpPr>
          <p:nvPr/>
        </p:nvGrpSpPr>
        <p:grpSpPr bwMode="auto">
          <a:xfrm>
            <a:off x="4445000" y="1570038"/>
            <a:ext cx="1889125" cy="1506537"/>
            <a:chOff x="2800" y="989"/>
            <a:chExt cx="1190" cy="949"/>
          </a:xfrm>
        </p:grpSpPr>
        <p:pic>
          <p:nvPicPr>
            <p:cNvPr id="10262" name="Picture 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0" y="989"/>
              <a:ext cx="1190"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3" name="Rectangle 5"/>
            <p:cNvSpPr>
              <a:spLocks noChangeArrowheads="1"/>
            </p:cNvSpPr>
            <p:nvPr/>
          </p:nvSpPr>
          <p:spPr bwMode="auto">
            <a:xfrm>
              <a:off x="2964" y="1384"/>
              <a:ext cx="85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Classifier</a:t>
              </a:r>
            </a:p>
          </p:txBody>
        </p:sp>
      </p:grpSp>
      <p:grpSp>
        <p:nvGrpSpPr>
          <p:cNvPr id="10245" name="Group 6"/>
          <p:cNvGrpSpPr>
            <a:grpSpLocks/>
          </p:cNvGrpSpPr>
          <p:nvPr/>
        </p:nvGrpSpPr>
        <p:grpSpPr bwMode="auto">
          <a:xfrm>
            <a:off x="2157413" y="2735263"/>
            <a:ext cx="1698625" cy="1506537"/>
            <a:chOff x="1359" y="1723"/>
            <a:chExt cx="1070" cy="949"/>
          </a:xfrm>
        </p:grpSpPr>
        <p:pic>
          <p:nvPicPr>
            <p:cNvPr id="10260"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59" y="1723"/>
              <a:ext cx="1070" cy="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1" name="Rectangle 8"/>
            <p:cNvSpPr>
              <a:spLocks noChangeArrowheads="1"/>
            </p:cNvSpPr>
            <p:nvPr/>
          </p:nvSpPr>
          <p:spPr bwMode="auto">
            <a:xfrm>
              <a:off x="1423" y="2032"/>
              <a:ext cx="934"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Testing</a:t>
              </a:r>
            </a:p>
            <a:p>
              <a:pPr algn="ctr"/>
              <a:r>
                <a:rPr lang="en-US" sz="2400">
                  <a:latin typeface="Times New Roman" panose="02020603050405020304" pitchFamily="18" charset="0"/>
                </a:rPr>
                <a:t>Data</a:t>
              </a:r>
            </a:p>
          </p:txBody>
        </p:sp>
      </p:grpSp>
      <p:graphicFrame>
        <p:nvGraphicFramePr>
          <p:cNvPr id="10246" name="Object 1024"/>
          <p:cNvGraphicFramePr>
            <a:graphicFrameLocks/>
          </p:cNvGraphicFramePr>
          <p:nvPr/>
        </p:nvGraphicFramePr>
        <p:xfrm>
          <a:off x="457200" y="4800600"/>
          <a:ext cx="5438775" cy="1765300"/>
        </p:xfrm>
        <a:graphic>
          <a:graphicData uri="http://schemas.openxmlformats.org/presentationml/2006/ole">
            <mc:AlternateContent xmlns:mc="http://schemas.openxmlformats.org/markup-compatibility/2006">
              <mc:Choice xmlns:v="urn:schemas-microsoft-com:vml" Requires="v">
                <p:oleObj name="Worksheet" r:id="rId5" imgW="5438775" imgH="1765300" progId="Excel.Sheet.8">
                  <p:embed/>
                </p:oleObj>
              </mc:Choice>
              <mc:Fallback>
                <p:oleObj name="Worksheet" r:id="rId5" imgW="5438775" imgH="1765300" progId="Excel.Sheet.8">
                  <p:embed/>
                  <p:pic>
                    <p:nvPicPr>
                      <p:cNvPr id="0" name="Object 102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4800600"/>
                        <a:ext cx="5438775" cy="176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7" name="Line 10"/>
          <p:cNvSpPr>
            <a:spLocks noChangeShapeType="1"/>
          </p:cNvSpPr>
          <p:nvPr/>
        </p:nvSpPr>
        <p:spPr bwMode="auto">
          <a:xfrm flipH="1">
            <a:off x="427038" y="4071938"/>
            <a:ext cx="1644650" cy="70008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248" name="Line 11"/>
          <p:cNvSpPr>
            <a:spLocks noChangeShapeType="1"/>
          </p:cNvSpPr>
          <p:nvPr/>
        </p:nvSpPr>
        <p:spPr bwMode="auto">
          <a:xfrm>
            <a:off x="3857625" y="4071938"/>
            <a:ext cx="2025650" cy="70008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249" name="AutoShape 12"/>
          <p:cNvSpPr>
            <a:spLocks noChangeArrowheads="1"/>
          </p:cNvSpPr>
          <p:nvPr/>
        </p:nvSpPr>
        <p:spPr bwMode="auto">
          <a:xfrm>
            <a:off x="7793038" y="5000625"/>
            <a:ext cx="546100" cy="592138"/>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p>
        </p:txBody>
      </p:sp>
      <p:sp>
        <p:nvSpPr>
          <p:cNvPr id="10250" name="Freeform 13"/>
          <p:cNvSpPr>
            <a:spLocks/>
          </p:cNvSpPr>
          <p:nvPr/>
        </p:nvSpPr>
        <p:spPr bwMode="auto">
          <a:xfrm>
            <a:off x="6523038" y="2173288"/>
            <a:ext cx="941387" cy="766762"/>
          </a:xfrm>
          <a:custGeom>
            <a:avLst/>
            <a:gdLst>
              <a:gd name="T0" fmla="*/ 0 w 593"/>
              <a:gd name="T1" fmla="*/ 2147483647 h 483"/>
              <a:gd name="T2" fmla="*/ 2147483647 w 593"/>
              <a:gd name="T3" fmla="*/ 0 h 483"/>
              <a:gd name="T4" fmla="*/ 2147483647 w 593"/>
              <a:gd name="T5" fmla="*/ 2147483647 h 483"/>
              <a:gd name="T6" fmla="*/ 2147483647 w 593"/>
              <a:gd name="T7" fmla="*/ 2147483647 h 483"/>
              <a:gd name="T8" fmla="*/ 2147483647 w 593"/>
              <a:gd name="T9" fmla="*/ 2147483647 h 483"/>
              <a:gd name="T10" fmla="*/ 2147483647 w 593"/>
              <a:gd name="T11" fmla="*/ 2147483647 h 483"/>
              <a:gd name="T12" fmla="*/ 2147483647 w 593"/>
              <a:gd name="T13" fmla="*/ 2147483647 h 483"/>
              <a:gd name="T14" fmla="*/ 2147483647 w 593"/>
              <a:gd name="T15" fmla="*/ 2147483647 h 483"/>
              <a:gd name="T16" fmla="*/ 2147483647 w 593"/>
              <a:gd name="T17" fmla="*/ 2147483647 h 483"/>
              <a:gd name="T18" fmla="*/ 2147483647 w 593"/>
              <a:gd name="T19" fmla="*/ 2147483647 h 483"/>
              <a:gd name="T20" fmla="*/ 0 w 593"/>
              <a:gd name="T21" fmla="*/ 2147483647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3"/>
              <a:gd name="T34" fmla="*/ 0 h 483"/>
              <a:gd name="T35" fmla="*/ 593 w 593"/>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3" h="483">
                <a:moveTo>
                  <a:pt x="0" y="34"/>
                </a:moveTo>
                <a:lnTo>
                  <a:pt x="200" y="0"/>
                </a:lnTo>
                <a:lnTo>
                  <a:pt x="159" y="58"/>
                </a:lnTo>
                <a:lnTo>
                  <a:pt x="515" y="306"/>
                </a:lnTo>
                <a:lnTo>
                  <a:pt x="555" y="248"/>
                </a:lnTo>
                <a:lnTo>
                  <a:pt x="592" y="448"/>
                </a:lnTo>
                <a:lnTo>
                  <a:pt x="392" y="482"/>
                </a:lnTo>
                <a:lnTo>
                  <a:pt x="433" y="424"/>
                </a:lnTo>
                <a:lnTo>
                  <a:pt x="77" y="176"/>
                </a:lnTo>
                <a:lnTo>
                  <a:pt x="37" y="234"/>
                </a:lnTo>
                <a:lnTo>
                  <a:pt x="0" y="34"/>
                </a:lnTo>
              </a:path>
            </a:pathLst>
          </a:custGeom>
          <a:solidFill>
            <a:srgbClr val="2597B8"/>
          </a:solidFill>
          <a:ln w="12700" cap="rnd">
            <a:solidFill>
              <a:srgbClr val="000000"/>
            </a:solidFill>
            <a:round/>
            <a:headEnd/>
            <a:tailEnd/>
          </a:ln>
        </p:spPr>
        <p:txBody>
          <a:bodyPr/>
          <a:lstStyle/>
          <a:p>
            <a:endParaRPr lang="en-US"/>
          </a:p>
        </p:txBody>
      </p:sp>
      <p:grpSp>
        <p:nvGrpSpPr>
          <p:cNvPr id="10251" name="Group 14"/>
          <p:cNvGrpSpPr>
            <a:grpSpLocks/>
          </p:cNvGrpSpPr>
          <p:nvPr/>
        </p:nvGrpSpPr>
        <p:grpSpPr bwMode="auto">
          <a:xfrm>
            <a:off x="6646863" y="3187700"/>
            <a:ext cx="1781175" cy="815975"/>
            <a:chOff x="4187" y="2008"/>
            <a:chExt cx="1122" cy="514"/>
          </a:xfrm>
        </p:grpSpPr>
        <p:pic>
          <p:nvPicPr>
            <p:cNvPr id="10258" name="Picture 15"/>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87" y="2008"/>
              <a:ext cx="1122"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9" name="Rectangle 16"/>
            <p:cNvSpPr>
              <a:spLocks noChangeArrowheads="1"/>
            </p:cNvSpPr>
            <p:nvPr/>
          </p:nvSpPr>
          <p:spPr bwMode="auto">
            <a:xfrm>
              <a:off x="4251" y="2180"/>
              <a:ext cx="98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Unseen Data</a:t>
              </a:r>
            </a:p>
          </p:txBody>
        </p:sp>
      </p:grpSp>
      <p:sp>
        <p:nvSpPr>
          <p:cNvPr id="10252" name="Rectangle 17"/>
          <p:cNvSpPr>
            <a:spLocks noChangeArrowheads="1"/>
          </p:cNvSpPr>
          <p:nvPr/>
        </p:nvSpPr>
        <p:spPr bwMode="auto">
          <a:xfrm>
            <a:off x="6305550" y="4262438"/>
            <a:ext cx="2454275" cy="4572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(Jeff, Professor, 4)</a:t>
            </a:r>
          </a:p>
        </p:txBody>
      </p:sp>
      <p:sp>
        <p:nvSpPr>
          <p:cNvPr id="10253" name="Line 18"/>
          <p:cNvSpPr>
            <a:spLocks noChangeShapeType="1"/>
          </p:cNvSpPr>
          <p:nvPr/>
        </p:nvSpPr>
        <p:spPr bwMode="auto">
          <a:xfrm flipH="1">
            <a:off x="6167438" y="3903663"/>
            <a:ext cx="471487" cy="39370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254" name="Line 19"/>
          <p:cNvSpPr>
            <a:spLocks noChangeShapeType="1"/>
          </p:cNvSpPr>
          <p:nvPr/>
        </p:nvSpPr>
        <p:spPr bwMode="auto">
          <a:xfrm>
            <a:off x="8448675" y="3903663"/>
            <a:ext cx="363538" cy="34925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255" name="Freeform 20"/>
          <p:cNvSpPr>
            <a:spLocks/>
          </p:cNvSpPr>
          <p:nvPr/>
        </p:nvSpPr>
        <p:spPr bwMode="auto">
          <a:xfrm>
            <a:off x="3360738" y="2032000"/>
            <a:ext cx="901700" cy="593725"/>
          </a:xfrm>
          <a:custGeom>
            <a:avLst/>
            <a:gdLst>
              <a:gd name="T0" fmla="*/ 2147483647 w 568"/>
              <a:gd name="T1" fmla="*/ 2147483647 h 374"/>
              <a:gd name="T2" fmla="*/ 2147483647 w 568"/>
              <a:gd name="T3" fmla="*/ 2147483647 h 374"/>
              <a:gd name="T4" fmla="*/ 2147483647 w 568"/>
              <a:gd name="T5" fmla="*/ 2147483647 h 374"/>
              <a:gd name="T6" fmla="*/ 2147483647 w 568"/>
              <a:gd name="T7" fmla="*/ 2147483647 h 374"/>
              <a:gd name="T8" fmla="*/ 2147483647 w 568"/>
              <a:gd name="T9" fmla="*/ 2147483647 h 374"/>
              <a:gd name="T10" fmla="*/ 0 w 568"/>
              <a:gd name="T11" fmla="*/ 2147483647 h 374"/>
              <a:gd name="T12" fmla="*/ 2147483647 w 568"/>
              <a:gd name="T13" fmla="*/ 2147483647 h 374"/>
              <a:gd name="T14" fmla="*/ 2147483647 w 568"/>
              <a:gd name="T15" fmla="*/ 2147483647 h 374"/>
              <a:gd name="T16" fmla="*/ 2147483647 w 568"/>
              <a:gd name="T17" fmla="*/ 2147483647 h 374"/>
              <a:gd name="T18" fmla="*/ 2147483647 w 568"/>
              <a:gd name="T19" fmla="*/ 0 h 374"/>
              <a:gd name="T20" fmla="*/ 2147483647 w 568"/>
              <a:gd name="T21" fmla="*/ 2147483647 h 3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8"/>
              <a:gd name="T34" fmla="*/ 0 h 374"/>
              <a:gd name="T35" fmla="*/ 568 w 568"/>
              <a:gd name="T36" fmla="*/ 374 h 3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8" h="374">
                <a:moveTo>
                  <a:pt x="567" y="59"/>
                </a:moveTo>
                <a:lnTo>
                  <a:pt x="503" y="220"/>
                </a:lnTo>
                <a:lnTo>
                  <a:pt x="478" y="165"/>
                </a:lnTo>
                <a:lnTo>
                  <a:pt x="138" y="318"/>
                </a:lnTo>
                <a:lnTo>
                  <a:pt x="163" y="373"/>
                </a:lnTo>
                <a:lnTo>
                  <a:pt x="0" y="314"/>
                </a:lnTo>
                <a:lnTo>
                  <a:pt x="64" y="153"/>
                </a:lnTo>
                <a:lnTo>
                  <a:pt x="89" y="208"/>
                </a:lnTo>
                <a:lnTo>
                  <a:pt x="429" y="55"/>
                </a:lnTo>
                <a:lnTo>
                  <a:pt x="404" y="0"/>
                </a:lnTo>
                <a:lnTo>
                  <a:pt x="567" y="59"/>
                </a:lnTo>
              </a:path>
            </a:pathLst>
          </a:custGeom>
          <a:solidFill>
            <a:srgbClr val="2597B8"/>
          </a:solidFill>
          <a:ln w="12700" cap="rnd">
            <a:solidFill>
              <a:srgbClr val="000000"/>
            </a:solidFill>
            <a:round/>
            <a:headEnd/>
            <a:tailEnd/>
          </a:ln>
        </p:spPr>
        <p:txBody>
          <a:bodyPr/>
          <a:lstStyle/>
          <a:p>
            <a:endParaRPr lang="en-US"/>
          </a:p>
        </p:txBody>
      </p:sp>
      <p:pic>
        <p:nvPicPr>
          <p:cNvPr id="10256" name="Picture 2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720013" y="5738813"/>
            <a:ext cx="720725"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7" name="Rectangle 22"/>
          <p:cNvSpPr>
            <a:spLocks noChangeArrowheads="1"/>
          </p:cNvSpPr>
          <p:nvPr/>
        </p:nvSpPr>
        <p:spPr bwMode="auto">
          <a:xfrm>
            <a:off x="6221413" y="4959350"/>
            <a:ext cx="1525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800">
                <a:latin typeface="Times New Roman" panose="02020603050405020304" pitchFamily="18" charset="0"/>
              </a:rPr>
              <a:t>Tenured?</a:t>
            </a:r>
          </a:p>
        </p:txBody>
      </p:sp>
    </p:spTree>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Tree</a:t>
            </a:r>
          </a:p>
        </p:txBody>
      </p:sp>
      <p:sp>
        <p:nvSpPr>
          <p:cNvPr id="3" name="Slide Number Placeholder 2"/>
          <p:cNvSpPr>
            <a:spLocks noGrp="1"/>
          </p:cNvSpPr>
          <p:nvPr>
            <p:ph type="sldNum" sz="quarter" idx="10"/>
          </p:nvPr>
        </p:nvSpPr>
        <p:spPr/>
        <p:txBody>
          <a:bodyPr/>
          <a:lstStyle/>
          <a:p>
            <a:fld id="{C03F08DA-2758-477A-8DC1-E6A74D0F9FCB}" type="slidenum">
              <a:rPr lang="en-US" smtClean="0"/>
              <a:pPr/>
              <a:t>6</a:t>
            </a:fld>
            <a:endParaRPr lang="en-US"/>
          </a:p>
        </p:txBody>
      </p:sp>
      <p:sp>
        <p:nvSpPr>
          <p:cNvPr id="4" name="Rectangle 3"/>
          <p:cNvSpPr/>
          <p:nvPr/>
        </p:nvSpPr>
        <p:spPr>
          <a:xfrm>
            <a:off x="304800" y="1143000"/>
            <a:ext cx="8402638" cy="2677656"/>
          </a:xfrm>
          <a:prstGeom prst="rect">
            <a:avLst/>
          </a:prstGeom>
        </p:spPr>
        <p:txBody>
          <a:bodyPr wrap="square">
            <a:spAutoFit/>
          </a:bodyPr>
          <a:lstStyle/>
          <a:p>
            <a:pPr marL="342900" indent="-342900">
              <a:buClr>
                <a:schemeClr val="tx2"/>
              </a:buClr>
              <a:buSzPct val="105000"/>
              <a:buFont typeface="Wingdings" panose="05000000000000000000" pitchFamily="2" charset="2"/>
              <a:buChar char="§"/>
            </a:pPr>
            <a:r>
              <a:rPr lang="en-US" sz="2400" dirty="0">
                <a:latin typeface="Calibri" pitchFamily="34" charset="0"/>
              </a:rPr>
              <a:t>A decision tree is a flowchart-like tree structure, where each </a:t>
            </a:r>
            <a:r>
              <a:rPr lang="en-US" sz="2400" b="1" dirty="0">
                <a:solidFill>
                  <a:srgbClr val="FF0000"/>
                </a:solidFill>
                <a:latin typeface="Calibri" pitchFamily="34" charset="0"/>
              </a:rPr>
              <a:t>Internal node </a:t>
            </a:r>
            <a:r>
              <a:rPr lang="en-US" sz="2400" dirty="0">
                <a:latin typeface="Calibri" pitchFamily="34" charset="0"/>
              </a:rPr>
              <a:t>(non leaf node) denotes a</a:t>
            </a:r>
            <a:r>
              <a:rPr lang="en-US" sz="2400" b="1" dirty="0">
                <a:solidFill>
                  <a:srgbClr val="FF0000"/>
                </a:solidFill>
                <a:latin typeface="Calibri" pitchFamily="34" charset="0"/>
              </a:rPr>
              <a:t> test </a:t>
            </a:r>
            <a:r>
              <a:rPr lang="en-US" sz="2400" dirty="0">
                <a:latin typeface="Calibri" pitchFamily="34" charset="0"/>
              </a:rPr>
              <a:t>on an attribute (denoted by </a:t>
            </a:r>
            <a:r>
              <a:rPr lang="en-US" sz="2400" b="1" dirty="0">
                <a:solidFill>
                  <a:srgbClr val="FF0000"/>
                </a:solidFill>
                <a:latin typeface="Calibri" pitchFamily="34" charset="0"/>
              </a:rPr>
              <a:t>rectangles</a:t>
            </a:r>
            <a:r>
              <a:rPr lang="en-US" sz="2400" b="1" dirty="0">
                <a:latin typeface="Calibri" pitchFamily="34" charset="0"/>
              </a:rPr>
              <a:t>)</a:t>
            </a:r>
            <a:r>
              <a:rPr lang="en-US" sz="2400" dirty="0">
                <a:latin typeface="Calibri" pitchFamily="34" charset="0"/>
              </a:rPr>
              <a:t>.</a:t>
            </a:r>
          </a:p>
          <a:p>
            <a:pPr marL="342900" indent="-342900">
              <a:buClr>
                <a:schemeClr val="tx2"/>
              </a:buClr>
              <a:buSzPct val="105000"/>
              <a:buFont typeface="Wingdings" panose="05000000000000000000" pitchFamily="2" charset="2"/>
              <a:buChar char="§"/>
            </a:pPr>
            <a:r>
              <a:rPr lang="en-US" sz="2400" dirty="0">
                <a:latin typeface="Calibri" pitchFamily="34" charset="0"/>
              </a:rPr>
              <a:t>Each </a:t>
            </a:r>
            <a:r>
              <a:rPr lang="en-US" sz="2400" b="1" dirty="0">
                <a:solidFill>
                  <a:srgbClr val="FF0000"/>
                </a:solidFill>
                <a:latin typeface="Calibri" pitchFamily="34" charset="0"/>
              </a:rPr>
              <a:t>branch</a:t>
            </a:r>
            <a:r>
              <a:rPr lang="en-US" sz="2400" dirty="0">
                <a:latin typeface="Calibri" pitchFamily="34" charset="0"/>
              </a:rPr>
              <a:t> represents an </a:t>
            </a:r>
            <a:r>
              <a:rPr lang="en-US" sz="2400" b="1" dirty="0">
                <a:solidFill>
                  <a:srgbClr val="FF0000"/>
                </a:solidFill>
                <a:latin typeface="Calibri" pitchFamily="34" charset="0"/>
              </a:rPr>
              <a:t>outcome</a:t>
            </a:r>
            <a:r>
              <a:rPr lang="en-US" sz="2400" dirty="0">
                <a:latin typeface="Calibri" pitchFamily="34" charset="0"/>
              </a:rPr>
              <a:t> of the test</a:t>
            </a:r>
          </a:p>
          <a:p>
            <a:pPr marL="342900" indent="-342900">
              <a:buClr>
                <a:schemeClr val="tx2"/>
              </a:buClr>
              <a:buSzPct val="105000"/>
              <a:buFont typeface="Wingdings" panose="05000000000000000000" pitchFamily="2" charset="2"/>
              <a:buChar char="§"/>
            </a:pPr>
            <a:r>
              <a:rPr lang="en-US" sz="2400" dirty="0">
                <a:latin typeface="Calibri" pitchFamily="34" charset="0"/>
              </a:rPr>
              <a:t>Each </a:t>
            </a:r>
            <a:r>
              <a:rPr lang="en-US" sz="2400" b="1" dirty="0">
                <a:solidFill>
                  <a:srgbClr val="FF0000"/>
                </a:solidFill>
                <a:latin typeface="Calibri" pitchFamily="34" charset="0"/>
              </a:rPr>
              <a:t>leaf node </a:t>
            </a:r>
            <a:r>
              <a:rPr lang="en-US" sz="2400" dirty="0">
                <a:latin typeface="Calibri" pitchFamily="34" charset="0"/>
              </a:rPr>
              <a:t>(or terminal node) holds a </a:t>
            </a:r>
            <a:r>
              <a:rPr lang="en-US" sz="2400" b="1" dirty="0">
                <a:solidFill>
                  <a:srgbClr val="FF0000"/>
                </a:solidFill>
                <a:latin typeface="Calibri" pitchFamily="34" charset="0"/>
              </a:rPr>
              <a:t>class label </a:t>
            </a:r>
            <a:r>
              <a:rPr lang="en-US" sz="2400" b="1" dirty="0">
                <a:latin typeface="Calibri" pitchFamily="34" charset="0"/>
              </a:rPr>
              <a:t>(</a:t>
            </a:r>
            <a:r>
              <a:rPr lang="en-US" sz="2400" dirty="0">
                <a:latin typeface="Calibri" pitchFamily="34" charset="0"/>
              </a:rPr>
              <a:t>denoted by </a:t>
            </a:r>
            <a:r>
              <a:rPr lang="en-US" sz="2400" b="1" dirty="0">
                <a:solidFill>
                  <a:srgbClr val="FF0000"/>
                </a:solidFill>
                <a:latin typeface="Calibri" pitchFamily="34" charset="0"/>
              </a:rPr>
              <a:t>ovals</a:t>
            </a:r>
            <a:r>
              <a:rPr lang="en-US" sz="2400" b="1" dirty="0">
                <a:latin typeface="Calibri" pitchFamily="34" charset="0"/>
              </a:rPr>
              <a:t>)</a:t>
            </a:r>
            <a:r>
              <a:rPr lang="en-US" sz="2400" dirty="0">
                <a:latin typeface="Calibri" pitchFamily="34" charset="0"/>
              </a:rPr>
              <a:t>. </a:t>
            </a:r>
          </a:p>
          <a:p>
            <a:pPr marL="342900" indent="-342900">
              <a:buClr>
                <a:schemeClr val="tx2"/>
              </a:buClr>
              <a:buSzPct val="105000"/>
              <a:buFont typeface="Wingdings" panose="05000000000000000000" pitchFamily="2" charset="2"/>
              <a:buChar char="§"/>
            </a:pPr>
            <a:r>
              <a:rPr lang="en-US" sz="2400" dirty="0">
                <a:latin typeface="Calibri" pitchFamily="34" charset="0"/>
              </a:rPr>
              <a:t>The </a:t>
            </a:r>
            <a:r>
              <a:rPr lang="en-US" sz="2400" b="1" dirty="0">
                <a:solidFill>
                  <a:srgbClr val="FF0000"/>
                </a:solidFill>
                <a:latin typeface="Calibri" pitchFamily="34" charset="0"/>
              </a:rPr>
              <a:t>topmost node </a:t>
            </a:r>
            <a:r>
              <a:rPr lang="en-US" sz="2400" dirty="0">
                <a:latin typeface="Calibri" pitchFamily="34" charset="0"/>
              </a:rPr>
              <a:t>in a tree is the </a:t>
            </a:r>
            <a:r>
              <a:rPr lang="en-US" sz="2400" b="1" dirty="0">
                <a:solidFill>
                  <a:srgbClr val="FF0000"/>
                </a:solidFill>
                <a:latin typeface="Calibri" pitchFamily="34" charset="0"/>
              </a:rPr>
              <a:t>root</a:t>
            </a:r>
            <a:r>
              <a:rPr lang="en-US" sz="2400" dirty="0">
                <a:latin typeface="Calibri" pitchFamily="34" charset="0"/>
              </a:rPr>
              <a:t> node.</a:t>
            </a:r>
          </a:p>
        </p:txBody>
      </p:sp>
      <p:pic>
        <p:nvPicPr>
          <p:cNvPr id="5" name="Picture 4"/>
          <p:cNvPicPr>
            <a:picLocks noChangeAspect="1"/>
          </p:cNvPicPr>
          <p:nvPr/>
        </p:nvPicPr>
        <p:blipFill>
          <a:blip r:embed="rId2"/>
          <a:stretch>
            <a:fillRect/>
          </a:stretch>
        </p:blipFill>
        <p:spPr>
          <a:xfrm>
            <a:off x="1981200" y="3962400"/>
            <a:ext cx="4685506" cy="2721839"/>
          </a:xfrm>
          <a:prstGeom prst="rect">
            <a:avLst/>
          </a:prstGeom>
        </p:spPr>
      </p:pic>
    </p:spTree>
    <p:extLst>
      <p:ext uri="{BB962C8B-B14F-4D97-AF65-F5344CB8AC3E}">
        <p14:creationId xmlns:p14="http://schemas.microsoft.com/office/powerpoint/2010/main" val="1689008184"/>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402638" cy="1143000"/>
          </a:xfrm>
        </p:spPr>
        <p:txBody>
          <a:bodyPr/>
          <a:lstStyle/>
          <a:p>
            <a:r>
              <a:rPr lang="en-US" dirty="0"/>
              <a:t>How are decision trees used for classification?</a:t>
            </a:r>
          </a:p>
        </p:txBody>
      </p:sp>
      <p:sp>
        <p:nvSpPr>
          <p:cNvPr id="3" name="Slide Number Placeholder 2"/>
          <p:cNvSpPr>
            <a:spLocks noGrp="1"/>
          </p:cNvSpPr>
          <p:nvPr>
            <p:ph type="sldNum" sz="quarter" idx="10"/>
          </p:nvPr>
        </p:nvSpPr>
        <p:spPr/>
        <p:txBody>
          <a:bodyPr/>
          <a:lstStyle/>
          <a:p>
            <a:fld id="{C03F08DA-2758-477A-8DC1-E6A74D0F9FCB}" type="slidenum">
              <a:rPr lang="en-US" smtClean="0"/>
              <a:pPr/>
              <a:t>7</a:t>
            </a:fld>
            <a:endParaRPr lang="en-US"/>
          </a:p>
        </p:txBody>
      </p:sp>
      <p:sp>
        <p:nvSpPr>
          <p:cNvPr id="4" name="Rectangle 3"/>
          <p:cNvSpPr/>
          <p:nvPr/>
        </p:nvSpPr>
        <p:spPr>
          <a:xfrm>
            <a:off x="304800" y="1143000"/>
            <a:ext cx="8402638" cy="2308324"/>
          </a:xfrm>
          <a:prstGeom prst="rect">
            <a:avLst/>
          </a:prstGeom>
        </p:spPr>
        <p:txBody>
          <a:bodyPr wrap="square">
            <a:spAutoFit/>
          </a:bodyPr>
          <a:lstStyle/>
          <a:p>
            <a:pPr marL="342900" indent="-342900">
              <a:buClr>
                <a:schemeClr val="tx2"/>
              </a:buClr>
              <a:buSzPct val="105000"/>
              <a:buFont typeface="Wingdings" panose="05000000000000000000" pitchFamily="2" charset="2"/>
              <a:buChar char="§"/>
            </a:pPr>
            <a:r>
              <a:rPr lang="en-US" sz="2400" dirty="0">
                <a:latin typeface="Calibri" panose="020F0502020204030204" pitchFamily="34" charset="0"/>
                <a:cs typeface="Calibri" panose="020F0502020204030204" pitchFamily="34" charset="0"/>
              </a:rPr>
              <a:t>Given a tuple, </a:t>
            </a:r>
            <a:r>
              <a:rPr lang="en-US" sz="2400" b="1" i="1" dirty="0">
                <a:solidFill>
                  <a:srgbClr val="FF0000"/>
                </a:solidFill>
                <a:latin typeface="Calibri" panose="020F0502020204030204" pitchFamily="34" charset="0"/>
                <a:cs typeface="Calibri" panose="020F0502020204030204" pitchFamily="34" charset="0"/>
              </a:rPr>
              <a:t>X</a:t>
            </a:r>
            <a:r>
              <a:rPr lang="en-US" sz="2400" dirty="0">
                <a:latin typeface="Calibri" panose="020F0502020204030204" pitchFamily="34" charset="0"/>
                <a:cs typeface="Calibri" panose="020F0502020204030204" pitchFamily="34" charset="0"/>
              </a:rPr>
              <a:t>, for which the associated class label is unknown, the attribute values of the tuple are tested against the decision tree. </a:t>
            </a:r>
          </a:p>
          <a:p>
            <a:pPr marL="342900" indent="-342900">
              <a:buClr>
                <a:schemeClr val="tx2"/>
              </a:buClr>
              <a:buSzPct val="105000"/>
              <a:buFont typeface="Wingdings" panose="05000000000000000000" pitchFamily="2" charset="2"/>
              <a:buChar char="§"/>
            </a:pPr>
            <a:r>
              <a:rPr lang="en-US" sz="2400" dirty="0">
                <a:latin typeface="Calibri" panose="020F0502020204030204" pitchFamily="34" charset="0"/>
                <a:cs typeface="Calibri" panose="020F0502020204030204" pitchFamily="34" charset="0"/>
              </a:rPr>
              <a:t>A </a:t>
            </a:r>
            <a:r>
              <a:rPr lang="en-US" sz="2400" b="1" dirty="0">
                <a:solidFill>
                  <a:srgbClr val="FF0000"/>
                </a:solidFill>
                <a:latin typeface="Calibri" panose="020F0502020204030204" pitchFamily="34" charset="0"/>
                <a:cs typeface="Calibri" panose="020F0502020204030204" pitchFamily="34" charset="0"/>
              </a:rPr>
              <a:t>path is traced </a:t>
            </a:r>
            <a:r>
              <a:rPr lang="en-US" sz="2400" dirty="0">
                <a:latin typeface="Calibri" panose="020F0502020204030204" pitchFamily="34" charset="0"/>
                <a:cs typeface="Calibri" panose="020F0502020204030204" pitchFamily="34" charset="0"/>
              </a:rPr>
              <a:t>from the root to a leaf node, which holds the class prediction for that tuple. </a:t>
            </a:r>
          </a:p>
          <a:p>
            <a:pPr marL="342900" indent="-342900">
              <a:buClr>
                <a:schemeClr val="tx2"/>
              </a:buClr>
              <a:buSzPct val="105000"/>
              <a:buFont typeface="Wingdings" panose="05000000000000000000" pitchFamily="2" charset="2"/>
              <a:buChar char="§"/>
            </a:pPr>
            <a:r>
              <a:rPr lang="en-US" sz="2400" dirty="0">
                <a:latin typeface="Calibri" panose="020F0502020204030204" pitchFamily="34" charset="0"/>
                <a:cs typeface="Calibri" panose="020F0502020204030204" pitchFamily="34" charset="0"/>
              </a:rPr>
              <a:t>Decision trees can easily be converted to classification rules.</a:t>
            </a:r>
          </a:p>
        </p:txBody>
      </p:sp>
      <p:pic>
        <p:nvPicPr>
          <p:cNvPr id="5" name="Picture 4"/>
          <p:cNvPicPr>
            <a:picLocks noChangeAspect="1"/>
          </p:cNvPicPr>
          <p:nvPr/>
        </p:nvPicPr>
        <p:blipFill>
          <a:blip r:embed="rId2"/>
          <a:stretch>
            <a:fillRect/>
          </a:stretch>
        </p:blipFill>
        <p:spPr>
          <a:xfrm>
            <a:off x="1981200" y="3962400"/>
            <a:ext cx="4685506" cy="2721839"/>
          </a:xfrm>
          <a:prstGeom prst="rect">
            <a:avLst/>
          </a:prstGeom>
        </p:spPr>
      </p:pic>
    </p:spTree>
    <p:extLst>
      <p:ext uri="{BB962C8B-B14F-4D97-AF65-F5344CB8AC3E}">
        <p14:creationId xmlns:p14="http://schemas.microsoft.com/office/powerpoint/2010/main" val="3467562534"/>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a:spLocks noGrp="1"/>
          </p:cNvSpPr>
          <p:nvPr>
            <p:ph type="sldNum" sz="quarter" idx="10"/>
          </p:nvPr>
        </p:nvSpPr>
        <p:spPr>
          <a:xfrm>
            <a:off x="7248525" y="6477000"/>
            <a:ext cx="1905000" cy="381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F3AB86C7-BE54-4EB3-BF47-4C7FC78D6A84}" type="slidenum">
              <a:rPr lang="en-US"/>
              <a:pPr eaLnBrk="1" hangingPunct="1"/>
              <a:t>8</a:t>
            </a:fld>
            <a:endParaRPr lang="en-US"/>
          </a:p>
        </p:txBody>
      </p:sp>
      <p:sp>
        <p:nvSpPr>
          <p:cNvPr id="12291" name="Rectangle 2"/>
          <p:cNvSpPr>
            <a:spLocks noGrp="1" noChangeArrowheads="1"/>
          </p:cNvSpPr>
          <p:nvPr>
            <p:ph type="title"/>
          </p:nvPr>
        </p:nvSpPr>
        <p:spPr>
          <a:xfrm>
            <a:off x="0" y="152400"/>
            <a:ext cx="9144000" cy="838200"/>
          </a:xfrm>
          <a:noFill/>
        </p:spPr>
        <p:txBody>
          <a:bodyPr lIns="92075" tIns="46038" rIns="92075" bIns="46038"/>
          <a:lstStyle/>
          <a:p>
            <a:pPr eaLnBrk="1" hangingPunct="1"/>
            <a:r>
              <a:rPr lang="en-US">
                <a:solidFill>
                  <a:srgbClr val="170981"/>
                </a:solidFill>
              </a:rPr>
              <a:t>Decision Tree Induction: An Example</a:t>
            </a:r>
            <a:endParaRPr lang="en-US" i="1">
              <a:solidFill>
                <a:srgbClr val="170981"/>
              </a:solidFill>
            </a:endParaRPr>
          </a:p>
        </p:txBody>
      </p:sp>
      <p:grpSp>
        <p:nvGrpSpPr>
          <p:cNvPr id="12292" name="Group 63"/>
          <p:cNvGrpSpPr>
            <a:grpSpLocks/>
          </p:cNvGrpSpPr>
          <p:nvPr/>
        </p:nvGrpSpPr>
        <p:grpSpPr bwMode="auto">
          <a:xfrm>
            <a:off x="95250" y="2819400"/>
            <a:ext cx="6305550" cy="3810000"/>
            <a:chOff x="768" y="1152"/>
            <a:chExt cx="3972" cy="2400"/>
          </a:xfrm>
        </p:grpSpPr>
        <p:sp>
          <p:nvSpPr>
            <p:cNvPr id="12295" name="Rectangle 3"/>
            <p:cNvSpPr>
              <a:spLocks noChangeArrowheads="1"/>
            </p:cNvSpPr>
            <p:nvPr/>
          </p:nvSpPr>
          <p:spPr bwMode="auto">
            <a:xfrm>
              <a:off x="2387" y="1152"/>
              <a:ext cx="475" cy="296"/>
            </a:xfrm>
            <a:prstGeom prst="rect">
              <a:avLst/>
            </a:prstGeom>
            <a:solidFill>
              <a:srgbClr val="00CCFF"/>
            </a:solidFill>
            <a:ln w="12700">
              <a:solidFill>
                <a:schemeClr val="tx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dirty="0">
                  <a:latin typeface="Times New Roman" panose="02020603050405020304" pitchFamily="18" charset="0"/>
                </a:rPr>
                <a:t>age?</a:t>
              </a:r>
            </a:p>
          </p:txBody>
        </p:sp>
        <p:sp>
          <p:nvSpPr>
            <p:cNvPr id="12296" name="Rectangle 4"/>
            <p:cNvSpPr>
              <a:spLocks noChangeArrowheads="1"/>
            </p:cNvSpPr>
            <p:nvPr/>
          </p:nvSpPr>
          <p:spPr bwMode="auto">
            <a:xfrm>
              <a:off x="2245" y="1766"/>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overcast</a:t>
              </a:r>
            </a:p>
          </p:txBody>
        </p:sp>
        <p:sp>
          <p:nvSpPr>
            <p:cNvPr id="12297" name="Rectangle 5"/>
            <p:cNvSpPr>
              <a:spLocks noChangeArrowheads="1"/>
            </p:cNvSpPr>
            <p:nvPr/>
          </p:nvSpPr>
          <p:spPr bwMode="auto">
            <a:xfrm>
              <a:off x="1229" y="2342"/>
              <a:ext cx="763" cy="296"/>
            </a:xfrm>
            <a:prstGeom prst="rect">
              <a:avLst/>
            </a:prstGeom>
            <a:solidFill>
              <a:srgbClr val="00FFCC"/>
            </a:solidFill>
            <a:ln w="12700">
              <a:solidFill>
                <a:schemeClr val="tx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student?</a:t>
              </a:r>
            </a:p>
          </p:txBody>
        </p:sp>
        <p:sp>
          <p:nvSpPr>
            <p:cNvPr id="12298" name="Rectangle 6"/>
            <p:cNvSpPr>
              <a:spLocks noChangeArrowheads="1"/>
            </p:cNvSpPr>
            <p:nvPr/>
          </p:nvSpPr>
          <p:spPr bwMode="auto">
            <a:xfrm>
              <a:off x="3432" y="2342"/>
              <a:ext cx="1140" cy="296"/>
            </a:xfrm>
            <a:prstGeom prst="rect">
              <a:avLst/>
            </a:prstGeom>
            <a:solidFill>
              <a:srgbClr val="99CCFF"/>
            </a:solidFill>
            <a:ln w="12700">
              <a:solidFill>
                <a:schemeClr val="tx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credit rating?</a:t>
              </a:r>
            </a:p>
          </p:txBody>
        </p:sp>
        <p:sp>
          <p:nvSpPr>
            <p:cNvPr id="12299" name="Line 11"/>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00" name="Line 12"/>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01" name="Line 13"/>
            <p:cNvSpPr>
              <a:spLocks noChangeShapeType="1"/>
            </p:cNvSpPr>
            <p:nvPr/>
          </p:nvSpPr>
          <p:spPr bwMode="auto">
            <a:xfrm>
              <a:off x="2928" y="1440"/>
              <a:ext cx="1051" cy="89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02" name="Rectangle 14"/>
            <p:cNvSpPr>
              <a:spLocks noChangeArrowheads="1"/>
            </p:cNvSpPr>
            <p:nvPr/>
          </p:nvSpPr>
          <p:spPr bwMode="auto">
            <a:xfrm>
              <a:off x="1513" y="1730"/>
              <a:ext cx="534" cy="296"/>
            </a:xfrm>
            <a:prstGeom prst="rect">
              <a:avLst/>
            </a:prstGeom>
            <a:solidFill>
              <a:srgbClr val="FFFF00"/>
            </a:solidFill>
            <a:ln w="12700">
              <a:solidFill>
                <a:schemeClr val="bg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b="1">
                  <a:latin typeface="Times New Roman" panose="02020603050405020304" pitchFamily="18" charset="0"/>
                </a:rPr>
                <a:t>&lt;=30</a:t>
              </a:r>
              <a:endParaRPr lang="en-US" sz="2400">
                <a:latin typeface="Times New Roman" panose="02020603050405020304" pitchFamily="18" charset="0"/>
              </a:endParaRPr>
            </a:p>
          </p:txBody>
        </p:sp>
        <p:sp>
          <p:nvSpPr>
            <p:cNvPr id="12303" name="Rectangle 15"/>
            <p:cNvSpPr>
              <a:spLocks noChangeArrowheads="1"/>
            </p:cNvSpPr>
            <p:nvPr/>
          </p:nvSpPr>
          <p:spPr bwMode="auto">
            <a:xfrm>
              <a:off x="3364" y="1804"/>
              <a:ext cx="417"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b="1">
                  <a:latin typeface="Times New Roman" panose="02020603050405020304" pitchFamily="18" charset="0"/>
                </a:rPr>
                <a:t>&gt;40</a:t>
              </a:r>
              <a:endParaRPr lang="en-US" sz="2400">
                <a:latin typeface="Times New Roman" panose="02020603050405020304" pitchFamily="18" charset="0"/>
              </a:endParaRPr>
            </a:p>
          </p:txBody>
        </p:sp>
        <p:sp>
          <p:nvSpPr>
            <p:cNvPr id="12304" name="Line 16"/>
            <p:cNvSpPr>
              <a:spLocks noChangeShapeType="1"/>
            </p:cNvSpPr>
            <p:nvPr/>
          </p:nvSpPr>
          <p:spPr bwMode="auto">
            <a:xfrm flipH="1">
              <a:off x="960" y="2640"/>
              <a:ext cx="528"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05" name="Line 17"/>
            <p:cNvSpPr>
              <a:spLocks noChangeShapeType="1"/>
            </p:cNvSpPr>
            <p:nvPr/>
          </p:nvSpPr>
          <p:spPr bwMode="auto">
            <a:xfrm>
              <a:off x="1728" y="2640"/>
              <a:ext cx="480"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06" name="Line 18"/>
            <p:cNvSpPr>
              <a:spLocks noChangeShapeType="1"/>
            </p:cNvSpPr>
            <p:nvPr/>
          </p:nvSpPr>
          <p:spPr bwMode="auto">
            <a:xfrm flipH="1">
              <a:off x="3360" y="2640"/>
              <a:ext cx="480"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07" name="Line 19"/>
            <p:cNvSpPr>
              <a:spLocks noChangeShapeType="1"/>
            </p:cNvSpPr>
            <p:nvPr/>
          </p:nvSpPr>
          <p:spPr bwMode="auto">
            <a:xfrm>
              <a:off x="4128" y="2640"/>
              <a:ext cx="432"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08" name="Line 24"/>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2309" name="Rectangle 25"/>
            <p:cNvSpPr>
              <a:spLocks noChangeArrowheads="1"/>
            </p:cNvSpPr>
            <p:nvPr/>
          </p:nvSpPr>
          <p:spPr bwMode="auto">
            <a:xfrm>
              <a:off x="768" y="3264"/>
              <a:ext cx="308" cy="2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no</a:t>
              </a:r>
            </a:p>
          </p:txBody>
        </p:sp>
        <p:sp>
          <p:nvSpPr>
            <p:cNvPr id="12310" name="Rectangle 27"/>
            <p:cNvSpPr>
              <a:spLocks noChangeArrowheads="1"/>
            </p:cNvSpPr>
            <p:nvPr/>
          </p:nvSpPr>
          <p:spPr bwMode="auto">
            <a:xfrm>
              <a:off x="2028" y="3264"/>
              <a:ext cx="372" cy="2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yes</a:t>
              </a:r>
            </a:p>
          </p:txBody>
        </p:sp>
        <p:sp>
          <p:nvSpPr>
            <p:cNvPr id="12311" name="Rectangle 28"/>
            <p:cNvSpPr>
              <a:spLocks noChangeArrowheads="1"/>
            </p:cNvSpPr>
            <p:nvPr/>
          </p:nvSpPr>
          <p:spPr bwMode="auto">
            <a:xfrm>
              <a:off x="4368" y="3216"/>
              <a:ext cx="372" cy="2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yes</a:t>
              </a:r>
            </a:p>
          </p:txBody>
        </p:sp>
        <p:sp>
          <p:nvSpPr>
            <p:cNvPr id="12312" name="Rectangle 29"/>
            <p:cNvSpPr>
              <a:spLocks noChangeArrowheads="1"/>
            </p:cNvSpPr>
            <p:nvPr/>
          </p:nvSpPr>
          <p:spPr bwMode="auto">
            <a:xfrm>
              <a:off x="2437" y="2344"/>
              <a:ext cx="372" cy="2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yes</a:t>
              </a:r>
            </a:p>
          </p:txBody>
        </p:sp>
        <p:sp>
          <p:nvSpPr>
            <p:cNvPr id="12313" name="Rectangle 30"/>
            <p:cNvSpPr>
              <a:spLocks noChangeArrowheads="1"/>
            </p:cNvSpPr>
            <p:nvPr/>
          </p:nvSpPr>
          <p:spPr bwMode="auto">
            <a:xfrm>
              <a:off x="2256" y="1824"/>
              <a:ext cx="672" cy="192"/>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000" b="1">
                  <a:latin typeface="Times New Roman" panose="02020603050405020304" pitchFamily="18" charset="0"/>
                </a:rPr>
                <a:t>31..40</a:t>
              </a:r>
              <a:endParaRPr lang="en-US">
                <a:latin typeface="Times New Roman" panose="02020603050405020304" pitchFamily="18" charset="0"/>
              </a:endParaRPr>
            </a:p>
          </p:txBody>
        </p:sp>
        <p:sp>
          <p:nvSpPr>
            <p:cNvPr id="12314" name="Rectangle 62"/>
            <p:cNvSpPr>
              <a:spLocks noChangeArrowheads="1"/>
            </p:cNvSpPr>
            <p:nvPr/>
          </p:nvSpPr>
          <p:spPr bwMode="auto">
            <a:xfrm rot="-143156">
              <a:off x="3168" y="3216"/>
              <a:ext cx="308" cy="2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no</a:t>
              </a:r>
            </a:p>
          </p:txBody>
        </p:sp>
        <p:sp>
          <p:nvSpPr>
            <p:cNvPr id="12315" name="Rectangle 9"/>
            <p:cNvSpPr>
              <a:spLocks noChangeArrowheads="1"/>
            </p:cNvSpPr>
            <p:nvPr/>
          </p:nvSpPr>
          <p:spPr bwMode="auto">
            <a:xfrm>
              <a:off x="4176" y="2784"/>
              <a:ext cx="382"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fair</a:t>
              </a:r>
            </a:p>
          </p:txBody>
        </p:sp>
        <p:sp>
          <p:nvSpPr>
            <p:cNvPr id="12316" name="Rectangle 10"/>
            <p:cNvSpPr>
              <a:spLocks noChangeArrowheads="1"/>
            </p:cNvSpPr>
            <p:nvPr/>
          </p:nvSpPr>
          <p:spPr bwMode="auto">
            <a:xfrm>
              <a:off x="3072" y="2784"/>
              <a:ext cx="807"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excellent</a:t>
              </a:r>
            </a:p>
          </p:txBody>
        </p:sp>
        <p:sp>
          <p:nvSpPr>
            <p:cNvPr id="12317" name="Rectangle 8"/>
            <p:cNvSpPr>
              <a:spLocks noChangeArrowheads="1"/>
            </p:cNvSpPr>
            <p:nvPr/>
          </p:nvSpPr>
          <p:spPr bwMode="auto">
            <a:xfrm>
              <a:off x="1872" y="2832"/>
              <a:ext cx="372"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yes</a:t>
              </a:r>
            </a:p>
          </p:txBody>
        </p:sp>
        <p:sp>
          <p:nvSpPr>
            <p:cNvPr id="12318" name="Rectangle 7"/>
            <p:cNvSpPr>
              <a:spLocks noChangeArrowheads="1"/>
            </p:cNvSpPr>
            <p:nvPr/>
          </p:nvSpPr>
          <p:spPr bwMode="auto">
            <a:xfrm>
              <a:off x="960" y="2832"/>
              <a:ext cx="432"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no</a:t>
              </a:r>
            </a:p>
          </p:txBody>
        </p:sp>
      </p:grpSp>
      <p:graphicFrame>
        <p:nvGraphicFramePr>
          <p:cNvPr id="12293" name="Object 1024"/>
          <p:cNvGraphicFramePr>
            <a:graphicFrameLocks/>
          </p:cNvGraphicFramePr>
          <p:nvPr/>
        </p:nvGraphicFramePr>
        <p:xfrm>
          <a:off x="5192713" y="1143000"/>
          <a:ext cx="3951287" cy="3429000"/>
        </p:xfrm>
        <a:graphic>
          <a:graphicData uri="http://schemas.openxmlformats.org/presentationml/2006/ole">
            <mc:AlternateContent xmlns:mc="http://schemas.openxmlformats.org/markup-compatibility/2006">
              <mc:Choice xmlns:v="urn:schemas-microsoft-com:vml" Requires="v">
                <p:oleObj name="Worksheet" r:id="rId3" imgW="5772150" imgH="4457700" progId="Excel.Sheet.8">
                  <p:embed/>
                </p:oleObj>
              </mc:Choice>
              <mc:Fallback>
                <p:oleObj name="Worksheet" r:id="rId3" imgW="5772150" imgH="4457700" progId="Excel.Sheet.8">
                  <p:embed/>
                  <p:pic>
                    <p:nvPicPr>
                      <p:cNvPr id="0" name="Object 10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2713" y="1143000"/>
                        <a:ext cx="3951287"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4" name="Rectangle 1"/>
          <p:cNvSpPr>
            <a:spLocks noChangeArrowheads="1"/>
          </p:cNvSpPr>
          <p:nvPr/>
        </p:nvSpPr>
        <p:spPr bwMode="auto">
          <a:xfrm>
            <a:off x="152400" y="1371600"/>
            <a:ext cx="5173663"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buClr>
                <a:srgbClr val="170981"/>
              </a:buClr>
              <a:buSzPct val="75000"/>
              <a:buFont typeface="Wingdings" panose="05000000000000000000" pitchFamily="2" charset="2"/>
              <a:buChar char="q"/>
            </a:pPr>
            <a:r>
              <a:rPr lang="en-US" sz="2400">
                <a:latin typeface="Calibri" panose="020F0502020204030204" pitchFamily="34" charset="0"/>
              </a:rPr>
              <a:t>Training data set: Buys_computer</a:t>
            </a:r>
          </a:p>
          <a:p>
            <a:pPr eaLnBrk="1" hangingPunct="1">
              <a:buClr>
                <a:srgbClr val="170981"/>
              </a:buClr>
              <a:buSzPct val="75000"/>
              <a:buFont typeface="Wingdings" panose="05000000000000000000" pitchFamily="2" charset="2"/>
              <a:buChar char="q"/>
            </a:pPr>
            <a:r>
              <a:rPr lang="en-US" sz="2400">
                <a:latin typeface="Calibri" panose="020F0502020204030204" pitchFamily="34" charset="0"/>
              </a:rPr>
              <a:t>The data set follows an example of Quinlan’s ID3 (Playing Tennis)</a:t>
            </a:r>
          </a:p>
          <a:p>
            <a:pPr eaLnBrk="1" hangingPunct="1">
              <a:buClr>
                <a:srgbClr val="170981"/>
              </a:buClr>
              <a:buSzPct val="75000"/>
              <a:buFont typeface="Wingdings" panose="05000000000000000000" pitchFamily="2" charset="2"/>
              <a:buChar char="q"/>
            </a:pPr>
            <a:r>
              <a:rPr lang="en-US" sz="2400">
                <a:latin typeface="Calibri" panose="020F0502020204030204" pitchFamily="34" charset="0"/>
              </a:rPr>
              <a:t>Resulting tree:</a:t>
            </a:r>
          </a:p>
        </p:txBody>
      </p:sp>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6531AFD-4297-40E5-BB93-C72F4A7AA6E6}" type="slidenum">
              <a:rPr lang="en-US"/>
              <a:pPr eaLnBrk="1" hangingPunct="1"/>
              <a:t>9</a:t>
            </a:fld>
            <a:endParaRPr lang="en-US"/>
          </a:p>
        </p:txBody>
      </p:sp>
      <p:sp>
        <p:nvSpPr>
          <p:cNvPr id="15363" name="Rectangle 2"/>
          <p:cNvSpPr>
            <a:spLocks noChangeArrowheads="1"/>
          </p:cNvSpPr>
          <p:nvPr/>
        </p:nvSpPr>
        <p:spPr bwMode="auto">
          <a:xfrm>
            <a:off x="381000" y="762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sz="3600" b="1">
                <a:solidFill>
                  <a:schemeClr val="tx2"/>
                </a:solidFill>
                <a:latin typeface="Berlin Sans FB Demi" panose="020E0802020502020306" pitchFamily="34" charset="0"/>
              </a:rPr>
              <a:t>Attribute Selection Measure: Information Gain (ID3/C4.5)</a:t>
            </a:r>
          </a:p>
        </p:txBody>
      </p:sp>
      <p:sp>
        <p:nvSpPr>
          <p:cNvPr id="15364" name="Rectangle 3"/>
          <p:cNvSpPr>
            <a:spLocks noChangeArrowheads="1"/>
          </p:cNvSpPr>
          <p:nvPr/>
        </p:nvSpPr>
        <p:spPr bwMode="auto">
          <a:xfrm>
            <a:off x="3048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110000"/>
              </a:lnSpc>
              <a:spcBef>
                <a:spcPct val="20000"/>
              </a:spcBef>
              <a:buClr>
                <a:schemeClr val="folHlink"/>
              </a:buClr>
              <a:buSzPct val="60000"/>
              <a:buFont typeface="Wingdings" panose="05000000000000000000" pitchFamily="2" charset="2"/>
              <a:buChar char="n"/>
            </a:pPr>
            <a:r>
              <a:rPr lang="en-US" sz="2400" dirty="0">
                <a:latin typeface="Calibri" panose="020F0502020204030204" pitchFamily="34" charset="0"/>
              </a:rPr>
              <a:t>Select the attribute with the highest information gain</a:t>
            </a:r>
          </a:p>
          <a:p>
            <a:pPr eaLnBrk="1" hangingPunct="1">
              <a:lnSpc>
                <a:spcPct val="110000"/>
              </a:lnSpc>
              <a:spcBef>
                <a:spcPct val="20000"/>
              </a:spcBef>
              <a:buClr>
                <a:schemeClr val="folHlink"/>
              </a:buClr>
              <a:buSzPct val="60000"/>
              <a:buFont typeface="Wingdings" panose="05000000000000000000" pitchFamily="2" charset="2"/>
              <a:buChar char="n"/>
            </a:pPr>
            <a:r>
              <a:rPr lang="en-US" sz="2400" dirty="0">
                <a:latin typeface="Calibri" panose="020F0502020204030204" pitchFamily="34" charset="0"/>
              </a:rPr>
              <a:t>Let </a:t>
            </a:r>
            <a:r>
              <a:rPr lang="en-US" sz="2400" i="1" dirty="0">
                <a:latin typeface="Calibri" panose="020F0502020204030204" pitchFamily="34" charset="0"/>
              </a:rPr>
              <a:t>p</a:t>
            </a:r>
            <a:r>
              <a:rPr lang="en-US" sz="2400" i="1" baseline="-25000" dirty="0">
                <a:latin typeface="Calibri" panose="020F0502020204030204" pitchFamily="34" charset="0"/>
              </a:rPr>
              <a:t>i</a:t>
            </a:r>
            <a:r>
              <a:rPr lang="en-US" sz="2400" dirty="0">
                <a:latin typeface="Calibri" panose="020F0502020204030204" pitchFamily="34" charset="0"/>
              </a:rPr>
              <a:t> be the probability that an arbitrary tuple in D belongs to class C</a:t>
            </a:r>
            <a:r>
              <a:rPr lang="en-US" sz="2400" baseline="-25000" dirty="0">
                <a:latin typeface="Calibri" panose="020F0502020204030204" pitchFamily="34" charset="0"/>
              </a:rPr>
              <a:t>i</a:t>
            </a:r>
            <a:r>
              <a:rPr lang="en-US" sz="2400" dirty="0">
                <a:latin typeface="Calibri" panose="020F0502020204030204" pitchFamily="34" charset="0"/>
              </a:rPr>
              <a:t>, estimated by |C</a:t>
            </a:r>
            <a:r>
              <a:rPr lang="en-US" sz="2400" i="1" baseline="-25000" dirty="0">
                <a:latin typeface="Calibri" panose="020F0502020204030204" pitchFamily="34" charset="0"/>
              </a:rPr>
              <a:t>i</a:t>
            </a:r>
            <a:r>
              <a:rPr lang="en-US" sz="2400" baseline="-25000" dirty="0">
                <a:latin typeface="Calibri" panose="020F0502020204030204" pitchFamily="34" charset="0"/>
              </a:rPr>
              <a:t>, D</a:t>
            </a:r>
            <a:r>
              <a:rPr lang="en-US" sz="2400" dirty="0">
                <a:latin typeface="Calibri" panose="020F0502020204030204" pitchFamily="34" charset="0"/>
              </a:rPr>
              <a:t>|/|D|</a:t>
            </a:r>
          </a:p>
          <a:p>
            <a:pPr eaLnBrk="1" hangingPunct="1">
              <a:lnSpc>
                <a:spcPct val="110000"/>
              </a:lnSpc>
              <a:spcBef>
                <a:spcPct val="20000"/>
              </a:spcBef>
              <a:buClr>
                <a:schemeClr val="folHlink"/>
              </a:buClr>
              <a:buSzPct val="60000"/>
              <a:buFont typeface="Wingdings" panose="05000000000000000000" pitchFamily="2" charset="2"/>
              <a:buChar char="n"/>
            </a:pPr>
            <a:r>
              <a:rPr lang="en-US" sz="2400" dirty="0">
                <a:solidFill>
                  <a:schemeClr val="hlink"/>
                </a:solidFill>
                <a:latin typeface="Calibri" panose="020F0502020204030204" pitchFamily="34" charset="0"/>
              </a:rPr>
              <a:t>Expected information</a:t>
            </a:r>
            <a:r>
              <a:rPr lang="en-US" sz="2400" dirty="0">
                <a:latin typeface="Calibri" panose="020F0502020204030204" pitchFamily="34" charset="0"/>
              </a:rPr>
              <a:t> </a:t>
            </a:r>
            <a:r>
              <a:rPr lang="en-US" sz="2400" b="1" dirty="0">
                <a:latin typeface="Calibri" panose="020F0502020204030204" pitchFamily="34" charset="0"/>
              </a:rPr>
              <a:t>(entropy) </a:t>
            </a:r>
            <a:r>
              <a:rPr lang="en-US" sz="2400" dirty="0">
                <a:latin typeface="Calibri" panose="020F0502020204030204" pitchFamily="34" charset="0"/>
              </a:rPr>
              <a:t>needed to classify a tuple in D:</a:t>
            </a:r>
          </a:p>
          <a:p>
            <a:pPr eaLnBrk="1" hangingPunct="1">
              <a:lnSpc>
                <a:spcPct val="110000"/>
              </a:lnSpc>
              <a:spcBef>
                <a:spcPct val="20000"/>
              </a:spcBef>
              <a:buClr>
                <a:schemeClr val="folHlink"/>
              </a:buClr>
              <a:buSzPct val="60000"/>
              <a:buFont typeface="Wingdings" panose="05000000000000000000" pitchFamily="2" charset="2"/>
              <a:buChar char="n"/>
            </a:pPr>
            <a:endParaRPr lang="en-US" sz="2400" dirty="0">
              <a:latin typeface="Calibri" panose="020F0502020204030204" pitchFamily="34" charset="0"/>
            </a:endParaRPr>
          </a:p>
          <a:p>
            <a:pPr eaLnBrk="1" hangingPunct="1">
              <a:lnSpc>
                <a:spcPct val="110000"/>
              </a:lnSpc>
              <a:spcBef>
                <a:spcPct val="20000"/>
              </a:spcBef>
              <a:buClr>
                <a:schemeClr val="folHlink"/>
              </a:buClr>
              <a:buSzPct val="60000"/>
              <a:buFont typeface="Wingdings" panose="05000000000000000000" pitchFamily="2" charset="2"/>
              <a:buChar char="n"/>
            </a:pPr>
            <a:r>
              <a:rPr lang="en-US" sz="2400" dirty="0">
                <a:solidFill>
                  <a:schemeClr val="hlink"/>
                </a:solidFill>
                <a:latin typeface="Calibri" panose="020F0502020204030204" pitchFamily="34" charset="0"/>
              </a:rPr>
              <a:t>Information</a:t>
            </a:r>
            <a:r>
              <a:rPr lang="en-US" sz="2400" dirty="0">
                <a:latin typeface="Calibri" panose="020F0502020204030204" pitchFamily="34" charset="0"/>
              </a:rPr>
              <a:t> needed (after using A to split D into v partitions) to classify D:</a:t>
            </a:r>
          </a:p>
          <a:p>
            <a:pPr eaLnBrk="1" hangingPunct="1">
              <a:lnSpc>
                <a:spcPct val="110000"/>
              </a:lnSpc>
              <a:spcBef>
                <a:spcPct val="20000"/>
              </a:spcBef>
              <a:buClr>
                <a:schemeClr val="folHlink"/>
              </a:buClr>
              <a:buSzPct val="60000"/>
              <a:buFont typeface="Wingdings" panose="05000000000000000000" pitchFamily="2" charset="2"/>
              <a:buChar char="n"/>
            </a:pPr>
            <a:endParaRPr lang="en-US" sz="2400" dirty="0">
              <a:latin typeface="Calibri" panose="020F0502020204030204" pitchFamily="34" charset="0"/>
            </a:endParaRPr>
          </a:p>
          <a:p>
            <a:pPr eaLnBrk="1" hangingPunct="1">
              <a:lnSpc>
                <a:spcPct val="110000"/>
              </a:lnSpc>
              <a:spcBef>
                <a:spcPct val="20000"/>
              </a:spcBef>
              <a:buClr>
                <a:schemeClr val="folHlink"/>
              </a:buClr>
              <a:buSzPct val="60000"/>
              <a:buFont typeface="Wingdings" panose="05000000000000000000" pitchFamily="2" charset="2"/>
              <a:buChar char="n"/>
            </a:pPr>
            <a:r>
              <a:rPr lang="en-US" sz="2400" dirty="0">
                <a:solidFill>
                  <a:schemeClr val="hlink"/>
                </a:solidFill>
                <a:latin typeface="Calibri" panose="020F0502020204030204" pitchFamily="34" charset="0"/>
              </a:rPr>
              <a:t>Information gained</a:t>
            </a:r>
            <a:r>
              <a:rPr lang="en-US" sz="2400" dirty="0">
                <a:latin typeface="Calibri" panose="020F0502020204030204" pitchFamily="34" charset="0"/>
              </a:rPr>
              <a:t> by branching on attribute A</a:t>
            </a:r>
          </a:p>
          <a:p>
            <a:pPr eaLnBrk="1" hangingPunct="1">
              <a:lnSpc>
                <a:spcPct val="110000"/>
              </a:lnSpc>
              <a:spcBef>
                <a:spcPct val="20000"/>
              </a:spcBef>
              <a:buClr>
                <a:schemeClr val="folHlink"/>
              </a:buClr>
              <a:buSzPct val="60000"/>
              <a:buFont typeface="Wingdings" panose="05000000000000000000" pitchFamily="2" charset="2"/>
              <a:buChar char="n"/>
            </a:pPr>
            <a:endParaRPr lang="en-US" sz="2400" dirty="0">
              <a:latin typeface="Calibri" panose="020F0502020204030204" pitchFamily="34" charset="0"/>
            </a:endParaRPr>
          </a:p>
        </p:txBody>
      </p:sp>
      <p:graphicFrame>
        <p:nvGraphicFramePr>
          <p:cNvPr id="15365" name="Object 4"/>
          <p:cNvGraphicFramePr>
            <a:graphicFrameLocks noChangeAspect="1"/>
          </p:cNvGraphicFramePr>
          <p:nvPr/>
        </p:nvGraphicFramePr>
        <p:xfrm>
          <a:off x="4530725" y="3200400"/>
          <a:ext cx="3317875" cy="850900"/>
        </p:xfrm>
        <a:graphic>
          <a:graphicData uri="http://schemas.openxmlformats.org/presentationml/2006/ole">
            <mc:AlternateContent xmlns:mc="http://schemas.openxmlformats.org/markup-compatibility/2006">
              <mc:Choice xmlns:v="urn:schemas-microsoft-com:vml" Requires="v">
                <p:oleObj name="Equation" r:id="rId3" imgW="1612900" imgH="431800" progId="Equation.3">
                  <p:embed/>
                </p:oleObj>
              </mc:Choice>
              <mc:Fallback>
                <p:oleObj name="Equation" r:id="rId3" imgW="16129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0725" y="3200400"/>
                        <a:ext cx="3317875"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5"/>
          <p:cNvGraphicFramePr>
            <a:graphicFrameLocks noChangeAspect="1"/>
          </p:cNvGraphicFramePr>
          <p:nvPr/>
        </p:nvGraphicFramePr>
        <p:xfrm>
          <a:off x="4419600" y="4343400"/>
          <a:ext cx="4495800" cy="949325"/>
        </p:xfrm>
        <a:graphic>
          <a:graphicData uri="http://schemas.openxmlformats.org/presentationml/2006/ole">
            <mc:AlternateContent xmlns:mc="http://schemas.openxmlformats.org/markup-compatibility/2006">
              <mc:Choice xmlns:v="urn:schemas-microsoft-com:vml" Requires="v">
                <p:oleObj name="Equation" r:id="rId5" imgW="1892300" imgH="457200" progId="Equation.3">
                  <p:embed/>
                </p:oleObj>
              </mc:Choice>
              <mc:Fallback>
                <p:oleObj name="Equation" r:id="rId5" imgW="1892300" imgH="457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4343400"/>
                        <a:ext cx="4495800"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 name="Object 6"/>
          <p:cNvGraphicFramePr>
            <a:graphicFrameLocks noChangeAspect="1"/>
          </p:cNvGraphicFramePr>
          <p:nvPr/>
        </p:nvGraphicFramePr>
        <p:xfrm>
          <a:off x="3868738" y="5822950"/>
          <a:ext cx="4589462" cy="536575"/>
        </p:xfrm>
        <a:graphic>
          <a:graphicData uri="http://schemas.openxmlformats.org/presentationml/2006/ole">
            <mc:AlternateContent xmlns:mc="http://schemas.openxmlformats.org/markup-compatibility/2006">
              <mc:Choice xmlns:v="urn:schemas-microsoft-com:vml" Requires="v">
                <p:oleObj name="Equation" r:id="rId7" imgW="1790700" imgH="215900" progId="Equation.3">
                  <p:embed/>
                </p:oleObj>
              </mc:Choice>
              <mc:Fallback>
                <p:oleObj name="Equation" r:id="rId7" imgW="1790700" imgH="2159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68738" y="5822950"/>
                        <a:ext cx="4589462"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6531AFD-4297-40E5-BB93-C72F4A7AA6E6}" type="slidenum">
              <a:rPr lang="en-US"/>
              <a:pPr eaLnBrk="1" hangingPunct="1"/>
              <a:t>10</a:t>
            </a:fld>
            <a:endParaRPr lang="en-US"/>
          </a:p>
        </p:txBody>
      </p:sp>
      <p:sp>
        <p:nvSpPr>
          <p:cNvPr id="15363" name="Rectangle 2"/>
          <p:cNvSpPr>
            <a:spLocks noChangeArrowheads="1"/>
          </p:cNvSpPr>
          <p:nvPr/>
        </p:nvSpPr>
        <p:spPr bwMode="auto">
          <a:xfrm>
            <a:off x="381000" y="762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sz="3600" b="1" dirty="0">
                <a:solidFill>
                  <a:schemeClr val="tx2"/>
                </a:solidFill>
                <a:latin typeface="Berlin Sans FB Demi" panose="020E0802020502020306" pitchFamily="34" charset="0"/>
              </a:rPr>
              <a:t>Attribute Selection Measure: </a:t>
            </a:r>
          </a:p>
          <a:p>
            <a:pPr algn="ctr" eaLnBrk="1" hangingPunct="1"/>
            <a:r>
              <a:rPr lang="en-US" sz="3600" b="1" dirty="0">
                <a:solidFill>
                  <a:schemeClr val="tx2"/>
                </a:solidFill>
                <a:latin typeface="Berlin Sans FB Demi" panose="020E0802020502020306" pitchFamily="34" charset="0"/>
              </a:rPr>
              <a:t>Entropy vs Information Gain</a:t>
            </a:r>
          </a:p>
        </p:txBody>
      </p:sp>
      <p:sp>
        <p:nvSpPr>
          <p:cNvPr id="15364" name="Rectangle 3"/>
          <p:cNvSpPr>
            <a:spLocks noChangeArrowheads="1"/>
          </p:cNvSpPr>
          <p:nvPr/>
        </p:nvSpPr>
        <p:spPr bwMode="auto">
          <a:xfrm>
            <a:off x="3048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110000"/>
              </a:lnSpc>
              <a:spcBef>
                <a:spcPct val="20000"/>
              </a:spcBef>
              <a:buClr>
                <a:schemeClr val="folHlink"/>
              </a:buClr>
              <a:buSzPct val="60000"/>
              <a:buFont typeface="Wingdings" panose="05000000000000000000" pitchFamily="2" charset="2"/>
              <a:buChar char="n"/>
            </a:pPr>
            <a:endParaRPr lang="en-US" sz="2400" dirty="0">
              <a:latin typeface="Calibri" panose="020F0502020204030204" pitchFamily="34" charset="0"/>
            </a:endParaRPr>
          </a:p>
        </p:txBody>
      </p:sp>
      <p:sp>
        <p:nvSpPr>
          <p:cNvPr id="2" name="Rectangle 1"/>
          <p:cNvSpPr/>
          <p:nvPr/>
        </p:nvSpPr>
        <p:spPr>
          <a:xfrm>
            <a:off x="304800" y="1720840"/>
            <a:ext cx="8382000" cy="3785652"/>
          </a:xfrm>
          <a:prstGeom prst="rect">
            <a:avLst/>
          </a:prstGeom>
        </p:spPr>
        <p:txBody>
          <a:bodyPr wrap="square">
            <a:spAutoFit/>
          </a:bodyPr>
          <a:lstStyle/>
          <a:p>
            <a:pPr marL="342900" indent="-342900">
              <a:buFont typeface="Arial" panose="020B0604020202020204" pitchFamily="34" charset="0"/>
              <a:buChar char="•"/>
            </a:pPr>
            <a:r>
              <a:rPr lang="en-US" sz="2400" dirty="0"/>
              <a:t>Entropy is used as a criterion to measure the impurity of a node in a decision tree. </a:t>
            </a:r>
          </a:p>
          <a:p>
            <a:pPr marL="342900" indent="-342900">
              <a:buFont typeface="Arial" panose="020B0604020202020204" pitchFamily="34" charset="0"/>
              <a:buChar char="•"/>
            </a:pPr>
            <a:r>
              <a:rPr lang="en-US" sz="2400" dirty="0"/>
              <a:t>A node with high entropy indicates that the class labels of the data in that node are mixed or uncertain, while a node with low entropy indicates that the class labels are mostly homogeneous or certain.</a:t>
            </a:r>
          </a:p>
          <a:p>
            <a:pPr marL="342900" indent="-342900">
              <a:buFont typeface="Arial" panose="020B0604020202020204" pitchFamily="34" charset="0"/>
              <a:buChar char="•"/>
            </a:pPr>
            <a:r>
              <a:rPr lang="en-US" sz="2400" dirty="0"/>
              <a:t>The decision tree algorithm tries to minimize the entropy of the nodes as much as possible while constructing the tree, so that the resulting tree can make accurate predictions.</a:t>
            </a:r>
          </a:p>
        </p:txBody>
      </p:sp>
    </p:spTree>
    <p:extLst>
      <p:ext uri="{BB962C8B-B14F-4D97-AF65-F5344CB8AC3E}">
        <p14:creationId xmlns:p14="http://schemas.microsoft.com/office/powerpoint/2010/main" val="1231316445"/>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F5420-B17D-8C98-E5D9-45563B7E7C30}"/>
            </a:ext>
          </a:extLst>
        </p:cNvPr>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7ACDADD3-6F35-8A2A-85B8-3C4B058990C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6531AFD-4297-40E5-BB93-C72F4A7AA6E6}" type="slidenum">
              <a:rPr lang="en-US"/>
              <a:pPr eaLnBrk="1" hangingPunct="1"/>
              <a:t>11</a:t>
            </a:fld>
            <a:endParaRPr lang="en-US"/>
          </a:p>
        </p:txBody>
      </p:sp>
      <p:sp>
        <p:nvSpPr>
          <p:cNvPr id="15363" name="Rectangle 2">
            <a:extLst>
              <a:ext uri="{FF2B5EF4-FFF2-40B4-BE49-F238E27FC236}">
                <a16:creationId xmlns:a16="http://schemas.microsoft.com/office/drawing/2014/main" id="{56CDAACA-CDCA-747D-3A7B-1B92383236F4}"/>
              </a:ext>
            </a:extLst>
          </p:cNvPr>
          <p:cNvSpPr>
            <a:spLocks noChangeArrowheads="1"/>
          </p:cNvSpPr>
          <p:nvPr/>
        </p:nvSpPr>
        <p:spPr bwMode="auto">
          <a:xfrm>
            <a:off x="381000" y="762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sz="3600" b="1" dirty="0">
                <a:solidFill>
                  <a:schemeClr val="tx2"/>
                </a:solidFill>
                <a:latin typeface="Berlin Sans FB Demi" panose="020E0802020502020306" pitchFamily="34" charset="0"/>
              </a:rPr>
              <a:t>Attribute Selection Measure: </a:t>
            </a:r>
          </a:p>
          <a:p>
            <a:pPr algn="ctr" eaLnBrk="1" hangingPunct="1"/>
            <a:r>
              <a:rPr lang="en-US" sz="3600" b="1" dirty="0">
                <a:solidFill>
                  <a:schemeClr val="tx2"/>
                </a:solidFill>
                <a:latin typeface="Berlin Sans FB Demi" panose="020E0802020502020306" pitchFamily="34" charset="0"/>
              </a:rPr>
              <a:t>Entropy </a:t>
            </a:r>
          </a:p>
        </p:txBody>
      </p:sp>
      <p:sp>
        <p:nvSpPr>
          <p:cNvPr id="15364" name="Rectangle 3">
            <a:extLst>
              <a:ext uri="{FF2B5EF4-FFF2-40B4-BE49-F238E27FC236}">
                <a16:creationId xmlns:a16="http://schemas.microsoft.com/office/drawing/2014/main" id="{7FB1BA76-0D4B-F29A-DF06-DB6C7378189C}"/>
              </a:ext>
            </a:extLst>
          </p:cNvPr>
          <p:cNvSpPr>
            <a:spLocks noChangeArrowheads="1"/>
          </p:cNvSpPr>
          <p:nvPr/>
        </p:nvSpPr>
        <p:spPr bwMode="auto">
          <a:xfrm>
            <a:off x="3048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110000"/>
              </a:lnSpc>
              <a:spcBef>
                <a:spcPct val="20000"/>
              </a:spcBef>
              <a:buClr>
                <a:schemeClr val="folHlink"/>
              </a:buClr>
              <a:buSzPct val="60000"/>
              <a:buFont typeface="Wingdings" panose="05000000000000000000" pitchFamily="2" charset="2"/>
              <a:buChar char="n"/>
            </a:pPr>
            <a:endParaRPr lang="en-US" sz="2400" dirty="0">
              <a:latin typeface="Calibri" panose="020F0502020204030204" pitchFamily="34" charset="0"/>
            </a:endParaRPr>
          </a:p>
        </p:txBody>
      </p:sp>
      <p:sp>
        <p:nvSpPr>
          <p:cNvPr id="2" name="Rectangle 1">
            <a:extLst>
              <a:ext uri="{FF2B5EF4-FFF2-40B4-BE49-F238E27FC236}">
                <a16:creationId xmlns:a16="http://schemas.microsoft.com/office/drawing/2014/main" id="{34FE2CE6-4A03-4739-5010-02C32A9CAAFD}"/>
              </a:ext>
            </a:extLst>
          </p:cNvPr>
          <p:cNvSpPr/>
          <p:nvPr/>
        </p:nvSpPr>
        <p:spPr>
          <a:xfrm>
            <a:off x="457200" y="1676400"/>
            <a:ext cx="8382000" cy="3894977"/>
          </a:xfrm>
          <a:prstGeom prst="rect">
            <a:avLst/>
          </a:prstGeom>
        </p:spPr>
        <p:txBody>
          <a:bodyPr wrap="square">
            <a:spAutoFit/>
          </a:bodyPr>
          <a:lstStyle/>
          <a:p>
            <a:pPr algn="just">
              <a:lnSpc>
                <a:spcPct val="150000"/>
              </a:lnSpc>
            </a:pPr>
            <a:r>
              <a:rPr lang="en-US" sz="2400" dirty="0"/>
              <a:t>Entropy is a metric to measure the impurity in a given attribute. It specifies randomness in data. Entropy can be calculated as:</a:t>
            </a:r>
          </a:p>
          <a:p>
            <a:pPr algn="just">
              <a:lnSpc>
                <a:spcPct val="150000"/>
              </a:lnSpc>
            </a:pPr>
            <a:r>
              <a:rPr lang="en-US" sz="2400" dirty="0"/>
              <a:t>Entropy(s)= -P(yes)log2 P(yes)- P(no) log2 P(no)</a:t>
            </a:r>
            <a:r>
              <a:rPr lang="en-US" sz="2400" b="1" dirty="0"/>
              <a:t>Where,</a:t>
            </a:r>
            <a:endParaRPr lang="en-US" sz="2400" dirty="0"/>
          </a:p>
          <a:p>
            <a:pPr marL="0" indent="0" algn="ctr">
              <a:lnSpc>
                <a:spcPct val="150000"/>
              </a:lnSpc>
              <a:buNone/>
            </a:pPr>
            <a:r>
              <a:rPr lang="en-US" sz="2400" b="1" dirty="0"/>
              <a:t>S= Total number of samples</a:t>
            </a:r>
            <a:endParaRPr lang="en-US" sz="2400" dirty="0"/>
          </a:p>
          <a:p>
            <a:pPr marL="0" indent="0" algn="ctr">
              <a:lnSpc>
                <a:spcPct val="150000"/>
              </a:lnSpc>
              <a:buNone/>
            </a:pPr>
            <a:r>
              <a:rPr lang="en-US" sz="2400" b="1" dirty="0"/>
              <a:t>P(yes)= probability of yes</a:t>
            </a:r>
            <a:endParaRPr lang="en-US" sz="2400" dirty="0"/>
          </a:p>
          <a:p>
            <a:pPr marL="0" indent="0" algn="ctr">
              <a:lnSpc>
                <a:spcPct val="150000"/>
              </a:lnSpc>
              <a:buNone/>
            </a:pPr>
            <a:r>
              <a:rPr lang="en-US" sz="2400" b="1" dirty="0"/>
              <a:t>P(no)= probability of no</a:t>
            </a:r>
          </a:p>
        </p:txBody>
      </p:sp>
    </p:spTree>
    <p:extLst>
      <p:ext uri="{BB962C8B-B14F-4D97-AF65-F5344CB8AC3E}">
        <p14:creationId xmlns:p14="http://schemas.microsoft.com/office/powerpoint/2010/main" val="3858094664"/>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E6531AFD-4297-40E5-BB93-C72F4A7AA6E6}" type="slidenum">
              <a:rPr lang="en-US"/>
              <a:pPr eaLnBrk="1" hangingPunct="1"/>
              <a:t>12</a:t>
            </a:fld>
            <a:endParaRPr lang="en-US"/>
          </a:p>
        </p:txBody>
      </p:sp>
      <p:sp>
        <p:nvSpPr>
          <p:cNvPr id="15363" name="Rectangle 2"/>
          <p:cNvSpPr>
            <a:spLocks noChangeArrowheads="1"/>
          </p:cNvSpPr>
          <p:nvPr/>
        </p:nvSpPr>
        <p:spPr bwMode="auto">
          <a:xfrm>
            <a:off x="381000" y="76200"/>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eaLnBrk="1" hangingPunct="1"/>
            <a:r>
              <a:rPr lang="en-US" sz="3600" b="1" dirty="0">
                <a:solidFill>
                  <a:schemeClr val="tx2"/>
                </a:solidFill>
                <a:latin typeface="Berlin Sans FB Demi" panose="020E0802020502020306" pitchFamily="34" charset="0"/>
              </a:rPr>
              <a:t>Attribute Selection Measure: </a:t>
            </a:r>
          </a:p>
          <a:p>
            <a:pPr algn="ctr" eaLnBrk="1" hangingPunct="1"/>
            <a:r>
              <a:rPr lang="en-US" sz="3600" b="1" dirty="0">
                <a:solidFill>
                  <a:schemeClr val="tx2"/>
                </a:solidFill>
                <a:latin typeface="Berlin Sans FB Demi" panose="020E0802020502020306" pitchFamily="34" charset="0"/>
              </a:rPr>
              <a:t>Entropy vs Information Gain</a:t>
            </a:r>
          </a:p>
        </p:txBody>
      </p:sp>
      <p:sp>
        <p:nvSpPr>
          <p:cNvPr id="15364" name="Rectangle 3"/>
          <p:cNvSpPr>
            <a:spLocks noChangeArrowheads="1"/>
          </p:cNvSpPr>
          <p:nvPr/>
        </p:nvSpPr>
        <p:spPr bwMode="auto">
          <a:xfrm>
            <a:off x="3048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lnSpc>
                <a:spcPct val="110000"/>
              </a:lnSpc>
              <a:spcBef>
                <a:spcPct val="20000"/>
              </a:spcBef>
              <a:buClr>
                <a:schemeClr val="folHlink"/>
              </a:buClr>
              <a:buSzPct val="60000"/>
              <a:buFont typeface="Wingdings" panose="05000000000000000000" pitchFamily="2" charset="2"/>
              <a:buChar char="n"/>
            </a:pPr>
            <a:endParaRPr lang="en-US" sz="2400" dirty="0">
              <a:latin typeface="Calibri" panose="020F0502020204030204" pitchFamily="34" charset="0"/>
            </a:endParaRPr>
          </a:p>
        </p:txBody>
      </p:sp>
      <p:sp>
        <p:nvSpPr>
          <p:cNvPr id="2" name="Rectangle 1"/>
          <p:cNvSpPr/>
          <p:nvPr/>
        </p:nvSpPr>
        <p:spPr>
          <a:xfrm>
            <a:off x="304800" y="1720840"/>
            <a:ext cx="8382000" cy="4154984"/>
          </a:xfrm>
          <a:prstGeom prst="rect">
            <a:avLst/>
          </a:prstGeom>
        </p:spPr>
        <p:txBody>
          <a:bodyPr wrap="square">
            <a:spAutoFit/>
          </a:bodyPr>
          <a:lstStyle/>
          <a:p>
            <a:pPr marL="342900" indent="-342900">
              <a:buFont typeface="Arial" panose="020B0604020202020204" pitchFamily="34" charset="0"/>
              <a:buChar char="•"/>
            </a:pPr>
            <a:r>
              <a:rPr lang="en-US" sz="2400" dirty="0"/>
              <a:t>Information gain, on the other hand, is used to determine which attribute or feature should be chosen for splitting the data at each node of the tree. </a:t>
            </a:r>
          </a:p>
          <a:p>
            <a:pPr marL="342900" indent="-342900">
              <a:buFont typeface="Arial" panose="020B0604020202020204" pitchFamily="34" charset="0"/>
              <a:buChar char="•"/>
            </a:pPr>
            <a:r>
              <a:rPr lang="en-US" sz="2400" dirty="0"/>
              <a:t>The attribute or feature that provides the highest information gain is chosen as the splitting criterion, as it allows for the most reduction in uncertainty or entropy in the resulting child nodes. I</a:t>
            </a:r>
          </a:p>
          <a:p>
            <a:pPr marL="342900" indent="-342900">
              <a:buFont typeface="Arial" panose="020B0604020202020204" pitchFamily="34" charset="0"/>
              <a:buChar char="•"/>
            </a:pPr>
            <a:r>
              <a:rPr lang="en-US" sz="2400" dirty="0"/>
              <a:t>In other words, information gain helps the decision tree algorithm decide which attribute or feature is the most informative in terms of predicting the class labels of the data.</a:t>
            </a:r>
            <a:endParaRPr lang="en-US" sz="2400" b="1" dirty="0"/>
          </a:p>
        </p:txBody>
      </p:sp>
    </p:spTree>
    <p:extLst>
      <p:ext uri="{BB962C8B-B14F-4D97-AF65-F5344CB8AC3E}">
        <p14:creationId xmlns:p14="http://schemas.microsoft.com/office/powerpoint/2010/main" val="2780295066"/>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EF88DC4-ED01-4D74-B47F-D7A206E0378C}" type="slidenum">
              <a:rPr lang="en-US"/>
              <a:pPr eaLnBrk="1" hangingPunct="1"/>
              <a:t>13</a:t>
            </a:fld>
            <a:endParaRPr lang="en-US"/>
          </a:p>
        </p:txBody>
      </p:sp>
      <p:sp>
        <p:nvSpPr>
          <p:cNvPr id="16387" name="Rectangle 2"/>
          <p:cNvSpPr>
            <a:spLocks noGrp="1" noChangeArrowheads="1"/>
          </p:cNvSpPr>
          <p:nvPr>
            <p:ph type="title"/>
          </p:nvPr>
        </p:nvSpPr>
        <p:spPr>
          <a:xfrm>
            <a:off x="152400" y="304800"/>
            <a:ext cx="8763000" cy="609600"/>
          </a:xfrm>
        </p:spPr>
        <p:txBody>
          <a:bodyPr/>
          <a:lstStyle/>
          <a:p>
            <a:pPr eaLnBrk="1" hangingPunct="1"/>
            <a:r>
              <a:rPr lang="en-US"/>
              <a:t>Attribute Selection: Information Gain</a:t>
            </a:r>
          </a:p>
        </p:txBody>
      </p:sp>
      <p:sp>
        <p:nvSpPr>
          <p:cNvPr id="16388" name="Rectangle 3"/>
          <p:cNvSpPr>
            <a:spLocks noGrp="1" noChangeArrowheads="1"/>
          </p:cNvSpPr>
          <p:nvPr>
            <p:ph type="body" sz="half" idx="1"/>
          </p:nvPr>
        </p:nvSpPr>
        <p:spPr>
          <a:xfrm>
            <a:off x="304800" y="1371600"/>
            <a:ext cx="4152900" cy="1600200"/>
          </a:xfrm>
        </p:spPr>
        <p:txBody>
          <a:bodyPr/>
          <a:lstStyle/>
          <a:p>
            <a:pPr eaLnBrk="1" hangingPunct="1">
              <a:lnSpc>
                <a:spcPct val="80000"/>
              </a:lnSpc>
              <a:spcBef>
                <a:spcPct val="30000"/>
              </a:spcBef>
              <a:buSzPct val="80000"/>
              <a:buFont typeface="Marlett" pitchFamily="2" charset="2"/>
              <a:buChar char="g"/>
            </a:pPr>
            <a:r>
              <a:rPr lang="en-US" sz="2000">
                <a:solidFill>
                  <a:srgbClr val="121328"/>
                </a:solidFill>
              </a:rPr>
              <a:t>Class P: buys_computer = “yes”</a:t>
            </a:r>
          </a:p>
          <a:p>
            <a:pPr eaLnBrk="1" hangingPunct="1">
              <a:lnSpc>
                <a:spcPct val="80000"/>
              </a:lnSpc>
              <a:spcBef>
                <a:spcPct val="30000"/>
              </a:spcBef>
              <a:buSzPct val="80000"/>
              <a:buFont typeface="Marlett" pitchFamily="2" charset="2"/>
              <a:buChar char="g"/>
            </a:pPr>
            <a:r>
              <a:rPr lang="en-US" sz="2000">
                <a:solidFill>
                  <a:srgbClr val="121328"/>
                </a:solidFill>
              </a:rPr>
              <a:t>Class N: buys_computer = “no”</a:t>
            </a:r>
            <a:endParaRPr lang="en-US" sz="2000"/>
          </a:p>
        </p:txBody>
      </p:sp>
      <p:sp>
        <p:nvSpPr>
          <p:cNvPr id="16389" name="Rectangle 4"/>
          <p:cNvSpPr>
            <a:spLocks noGrp="1" noChangeArrowheads="1"/>
          </p:cNvSpPr>
          <p:nvPr>
            <p:ph type="body" sz="half" idx="2"/>
          </p:nvPr>
        </p:nvSpPr>
        <p:spPr>
          <a:xfrm>
            <a:off x="4724400" y="2743200"/>
            <a:ext cx="4152900" cy="2209800"/>
          </a:xfrm>
        </p:spPr>
        <p:txBody>
          <a:bodyPr/>
          <a:lstStyle/>
          <a:p>
            <a:pPr eaLnBrk="1" hangingPunct="1">
              <a:lnSpc>
                <a:spcPct val="130000"/>
              </a:lnSpc>
              <a:buFont typeface="Wingdings" panose="05000000000000000000" pitchFamily="2" charset="2"/>
              <a:buNone/>
            </a:pPr>
            <a:r>
              <a:rPr lang="en-US" sz="2000">
                <a:solidFill>
                  <a:srgbClr val="121328"/>
                </a:solidFill>
              </a:rPr>
              <a:t>            means “age &lt;=30” has 5 out of 14 samples, with 2 yes’es  and 3 no’s.   Hence</a:t>
            </a:r>
            <a:endParaRPr lang="en-US" sz="2000"/>
          </a:p>
          <a:p>
            <a:pPr eaLnBrk="1" hangingPunct="1">
              <a:lnSpc>
                <a:spcPct val="90000"/>
              </a:lnSpc>
              <a:buClr>
                <a:schemeClr val="accent1"/>
              </a:buClr>
              <a:buFont typeface="Wingdings 2" panose="05020102010507070707" pitchFamily="18" charset="2"/>
              <a:buNone/>
            </a:pPr>
            <a:endParaRPr lang="en-US" sz="2000"/>
          </a:p>
          <a:p>
            <a:pPr eaLnBrk="1" hangingPunct="1">
              <a:lnSpc>
                <a:spcPct val="90000"/>
              </a:lnSpc>
              <a:buClr>
                <a:schemeClr val="accent1"/>
              </a:buClr>
              <a:buFont typeface="Wingdings 2" panose="05020102010507070707" pitchFamily="18" charset="2"/>
              <a:buNone/>
            </a:pPr>
            <a:endParaRPr lang="en-US" sz="2000">
              <a:solidFill>
                <a:srgbClr val="121328"/>
              </a:solidFill>
            </a:endParaRPr>
          </a:p>
          <a:p>
            <a:pPr eaLnBrk="1" hangingPunct="1">
              <a:lnSpc>
                <a:spcPct val="90000"/>
              </a:lnSpc>
              <a:buClr>
                <a:schemeClr val="accent1"/>
              </a:buClr>
              <a:buFont typeface="Wingdings 2" panose="05020102010507070707" pitchFamily="18" charset="2"/>
              <a:buNone/>
            </a:pPr>
            <a:r>
              <a:rPr lang="en-US" sz="2000">
                <a:solidFill>
                  <a:srgbClr val="121328"/>
                </a:solidFill>
              </a:rPr>
              <a:t>Similarly,</a:t>
            </a:r>
          </a:p>
        </p:txBody>
      </p:sp>
      <p:graphicFrame>
        <p:nvGraphicFramePr>
          <p:cNvPr id="16390" name="Object 5"/>
          <p:cNvGraphicFramePr>
            <a:graphicFrameLocks noChangeAspect="1"/>
          </p:cNvGraphicFramePr>
          <p:nvPr/>
        </p:nvGraphicFramePr>
        <p:xfrm>
          <a:off x="762000" y="2590800"/>
          <a:ext cx="3354388" cy="1439863"/>
        </p:xfrm>
        <a:graphic>
          <a:graphicData uri="http://schemas.openxmlformats.org/presentationml/2006/ole">
            <mc:AlternateContent xmlns:mc="http://schemas.openxmlformats.org/markup-compatibility/2006">
              <mc:Choice xmlns:v="urn:schemas-microsoft-com:vml" Requires="v">
                <p:oleObj name="Worksheet" r:id="rId3" imgW="3352800" imgH="1438250" progId="Excel.Sheet.8">
                  <p:embed/>
                </p:oleObj>
              </mc:Choice>
              <mc:Fallback>
                <p:oleObj name="Worksheet" r:id="rId3" imgW="3352800" imgH="1438250" progId="Excel.Sheet.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590800"/>
                        <a:ext cx="3354388"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1" name="Object 6"/>
          <p:cNvGraphicFramePr>
            <a:graphicFrameLocks noChangeAspect="1"/>
          </p:cNvGraphicFramePr>
          <p:nvPr/>
        </p:nvGraphicFramePr>
        <p:xfrm>
          <a:off x="4876800" y="1295400"/>
          <a:ext cx="3754438" cy="1371600"/>
        </p:xfrm>
        <a:graphic>
          <a:graphicData uri="http://schemas.openxmlformats.org/presentationml/2006/ole">
            <mc:AlternateContent xmlns:mc="http://schemas.openxmlformats.org/markup-compatibility/2006">
              <mc:Choice xmlns:v="urn:schemas-microsoft-com:vml" Requires="v">
                <p:oleObj name="Equation" r:id="rId5" imgW="2044700" imgH="812800" progId="Equation.3">
                  <p:embed/>
                </p:oleObj>
              </mc:Choice>
              <mc:Fallback>
                <p:oleObj name="Equation" r:id="rId5" imgW="2044700" imgH="812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1295400"/>
                        <a:ext cx="3754438"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2" name="Object 7"/>
          <p:cNvGraphicFramePr>
            <a:graphicFrameLocks noChangeAspect="1"/>
          </p:cNvGraphicFramePr>
          <p:nvPr/>
        </p:nvGraphicFramePr>
        <p:xfrm>
          <a:off x="5029200" y="5257800"/>
          <a:ext cx="3594100" cy="1193800"/>
        </p:xfrm>
        <a:graphic>
          <a:graphicData uri="http://schemas.openxmlformats.org/presentationml/2006/ole">
            <mc:AlternateContent xmlns:mc="http://schemas.openxmlformats.org/markup-compatibility/2006">
              <mc:Choice xmlns:v="urn:schemas-microsoft-com:vml" Requires="v">
                <p:oleObj name="Equation" r:id="rId7" imgW="3594100" imgH="1193800" progId="Equation.3">
                  <p:embed/>
                </p:oleObj>
              </mc:Choice>
              <mc:Fallback>
                <p:oleObj name="Equation" r:id="rId7" imgW="3594100" imgH="11938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9200" y="5257800"/>
                        <a:ext cx="3594100"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3" name="Object 8"/>
          <p:cNvGraphicFramePr>
            <a:graphicFrameLocks noChangeAspect="1"/>
          </p:cNvGraphicFramePr>
          <p:nvPr/>
        </p:nvGraphicFramePr>
        <p:xfrm>
          <a:off x="4724400" y="4114800"/>
          <a:ext cx="4271963" cy="388938"/>
        </p:xfrm>
        <a:graphic>
          <a:graphicData uri="http://schemas.openxmlformats.org/presentationml/2006/ole">
            <mc:AlternateContent xmlns:mc="http://schemas.openxmlformats.org/markup-compatibility/2006">
              <mc:Choice xmlns:v="urn:schemas-microsoft-com:vml" Requires="v">
                <p:oleObj name="Equation" r:id="rId9" imgW="2552700" imgH="241300" progId="Equation.3">
                  <p:embed/>
                </p:oleObj>
              </mc:Choice>
              <mc:Fallback>
                <p:oleObj name="Equation" r:id="rId9" imgW="2552700" imgH="2413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4400" y="4114800"/>
                        <a:ext cx="4271963"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4" name="Object 9"/>
          <p:cNvGraphicFramePr>
            <a:graphicFrameLocks/>
          </p:cNvGraphicFramePr>
          <p:nvPr/>
        </p:nvGraphicFramePr>
        <p:xfrm>
          <a:off x="152400" y="4114800"/>
          <a:ext cx="4419600" cy="2667000"/>
        </p:xfrm>
        <a:graphic>
          <a:graphicData uri="http://schemas.openxmlformats.org/presentationml/2006/ole">
            <mc:AlternateContent xmlns:mc="http://schemas.openxmlformats.org/markup-compatibility/2006">
              <mc:Choice xmlns:v="urn:schemas-microsoft-com:vml" Requires="v">
                <p:oleObj name="Worksheet" r:id="rId11" imgW="6115431" imgH="4458208" progId="Excel.Sheet.8">
                  <p:embed/>
                </p:oleObj>
              </mc:Choice>
              <mc:Fallback>
                <p:oleObj name="Worksheet" r:id="rId11" imgW="6115431" imgH="4458208" progId="Excel.Sheet.8">
                  <p:embed/>
                  <p:pic>
                    <p:nvPicPr>
                      <p:cNvPr id="0" name="Object 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400" y="4114800"/>
                        <a:ext cx="44196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5" name="Object 10"/>
          <p:cNvGraphicFramePr>
            <a:graphicFrameLocks noChangeAspect="1"/>
          </p:cNvGraphicFramePr>
          <p:nvPr/>
        </p:nvGraphicFramePr>
        <p:xfrm>
          <a:off x="4495800" y="2743200"/>
          <a:ext cx="1073150" cy="665163"/>
        </p:xfrm>
        <a:graphic>
          <a:graphicData uri="http://schemas.openxmlformats.org/presentationml/2006/ole">
            <mc:AlternateContent xmlns:mc="http://schemas.openxmlformats.org/markup-compatibility/2006">
              <mc:Choice xmlns:v="urn:schemas-microsoft-com:vml" Requires="v">
                <p:oleObj name="Equation" r:id="rId13" imgW="583947" imgH="393529" progId="Equation.3">
                  <p:embed/>
                </p:oleObj>
              </mc:Choice>
              <mc:Fallback>
                <p:oleObj name="Equation" r:id="rId13" imgW="583947" imgH="393529"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95800" y="2743200"/>
                        <a:ext cx="1073150"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6" name="Object 11"/>
          <p:cNvGraphicFramePr>
            <a:graphicFrameLocks noChangeAspect="1"/>
          </p:cNvGraphicFramePr>
          <p:nvPr/>
        </p:nvGraphicFramePr>
        <p:xfrm>
          <a:off x="76200" y="2057400"/>
          <a:ext cx="4800600" cy="523875"/>
        </p:xfrm>
        <a:graphic>
          <a:graphicData uri="http://schemas.openxmlformats.org/presentationml/2006/ole">
            <mc:AlternateContent xmlns:mc="http://schemas.openxmlformats.org/markup-compatibility/2006">
              <mc:Choice xmlns:v="urn:schemas-microsoft-com:vml" Requires="v">
                <p:oleObj name="Equation" r:id="rId15" imgW="3314700" imgH="393700" progId="Equation.3">
                  <p:embed/>
                </p:oleObj>
              </mc:Choice>
              <mc:Fallback>
                <p:oleObj name="Equation" r:id="rId15" imgW="3314700" imgH="39370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200" y="2057400"/>
                        <a:ext cx="480060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EF88DC4-ED01-4D74-B47F-D7A206E0378C}" type="slidenum">
              <a:rPr lang="en-US"/>
              <a:pPr eaLnBrk="1" hangingPunct="1"/>
              <a:t>14</a:t>
            </a:fld>
            <a:endParaRPr lang="en-US"/>
          </a:p>
        </p:txBody>
      </p:sp>
      <p:sp>
        <p:nvSpPr>
          <p:cNvPr id="16387" name="Rectangle 2"/>
          <p:cNvSpPr>
            <a:spLocks noGrp="1" noChangeArrowheads="1"/>
          </p:cNvSpPr>
          <p:nvPr>
            <p:ph type="title"/>
          </p:nvPr>
        </p:nvSpPr>
        <p:spPr>
          <a:xfrm>
            <a:off x="152400" y="304800"/>
            <a:ext cx="8763000" cy="609600"/>
          </a:xfrm>
        </p:spPr>
        <p:txBody>
          <a:bodyPr/>
          <a:lstStyle/>
          <a:p>
            <a:pPr eaLnBrk="1" hangingPunct="1"/>
            <a:r>
              <a:rPr lang="en-US"/>
              <a:t>Attribute Selection: Information Gain</a:t>
            </a:r>
          </a:p>
        </p:txBody>
      </p:sp>
      <p:pic>
        <p:nvPicPr>
          <p:cNvPr id="2" name="Picture 1"/>
          <p:cNvPicPr>
            <a:picLocks noChangeAspect="1"/>
          </p:cNvPicPr>
          <p:nvPr/>
        </p:nvPicPr>
        <p:blipFill>
          <a:blip r:embed="rId3"/>
          <a:stretch>
            <a:fillRect/>
          </a:stretch>
        </p:blipFill>
        <p:spPr>
          <a:xfrm>
            <a:off x="1066800" y="1371600"/>
            <a:ext cx="6782418" cy="4828276"/>
          </a:xfrm>
          <a:prstGeom prst="rect">
            <a:avLst/>
          </a:prstGeom>
        </p:spPr>
      </p:pic>
    </p:spTree>
    <p:extLst>
      <p:ext uri="{BB962C8B-B14F-4D97-AF65-F5344CB8AC3E}">
        <p14:creationId xmlns:p14="http://schemas.microsoft.com/office/powerpoint/2010/main" val="4124189022"/>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EF88DC4-ED01-4D74-B47F-D7A206E0378C}" type="slidenum">
              <a:rPr lang="en-US"/>
              <a:pPr eaLnBrk="1" hangingPunct="1"/>
              <a:t>15</a:t>
            </a:fld>
            <a:endParaRPr lang="en-US"/>
          </a:p>
        </p:txBody>
      </p:sp>
      <p:sp>
        <p:nvSpPr>
          <p:cNvPr id="16387" name="Rectangle 2"/>
          <p:cNvSpPr>
            <a:spLocks noGrp="1" noChangeArrowheads="1"/>
          </p:cNvSpPr>
          <p:nvPr>
            <p:ph type="title"/>
          </p:nvPr>
        </p:nvSpPr>
        <p:spPr>
          <a:xfrm>
            <a:off x="152400" y="304800"/>
            <a:ext cx="8763000" cy="609600"/>
          </a:xfrm>
        </p:spPr>
        <p:txBody>
          <a:bodyPr/>
          <a:lstStyle/>
          <a:p>
            <a:pPr eaLnBrk="1" hangingPunct="1"/>
            <a:r>
              <a:rPr lang="en-US"/>
              <a:t>Attribute Selection: Information Gain</a:t>
            </a:r>
          </a:p>
        </p:txBody>
      </p:sp>
      <p:pic>
        <p:nvPicPr>
          <p:cNvPr id="3" name="Picture 2"/>
          <p:cNvPicPr>
            <a:picLocks noChangeAspect="1"/>
          </p:cNvPicPr>
          <p:nvPr/>
        </p:nvPicPr>
        <p:blipFill>
          <a:blip r:embed="rId3"/>
          <a:stretch>
            <a:fillRect/>
          </a:stretch>
        </p:blipFill>
        <p:spPr>
          <a:xfrm>
            <a:off x="514758" y="1676400"/>
            <a:ext cx="8114485" cy="3505200"/>
          </a:xfrm>
          <a:prstGeom prst="rect">
            <a:avLst/>
          </a:prstGeom>
        </p:spPr>
      </p:pic>
    </p:spTree>
    <p:extLst>
      <p:ext uri="{BB962C8B-B14F-4D97-AF65-F5344CB8AC3E}">
        <p14:creationId xmlns:p14="http://schemas.microsoft.com/office/powerpoint/2010/main" val="402556033"/>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EF88DC4-ED01-4D74-B47F-D7A206E0378C}" type="slidenum">
              <a:rPr lang="en-US"/>
              <a:pPr eaLnBrk="1" hangingPunct="1"/>
              <a:t>16</a:t>
            </a:fld>
            <a:endParaRPr lang="en-US"/>
          </a:p>
        </p:txBody>
      </p:sp>
      <p:sp>
        <p:nvSpPr>
          <p:cNvPr id="16387" name="Rectangle 2"/>
          <p:cNvSpPr>
            <a:spLocks noGrp="1" noChangeArrowheads="1"/>
          </p:cNvSpPr>
          <p:nvPr>
            <p:ph type="title"/>
          </p:nvPr>
        </p:nvSpPr>
        <p:spPr>
          <a:xfrm>
            <a:off x="152400" y="304800"/>
            <a:ext cx="8763000" cy="609600"/>
          </a:xfrm>
        </p:spPr>
        <p:txBody>
          <a:bodyPr/>
          <a:lstStyle/>
          <a:p>
            <a:pPr eaLnBrk="1" hangingPunct="1"/>
            <a:r>
              <a:rPr lang="en-US"/>
              <a:t>Attribute Selection: Information Gain</a:t>
            </a: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rightnessContrast bright="17000" contrast="10000"/>
                    </a14:imgEffect>
                  </a14:imgLayer>
                </a14:imgProps>
              </a:ext>
              <a:ext uri="{28A0092B-C50C-407E-A947-70E740481C1C}">
                <a14:useLocalDpi xmlns:a14="http://schemas.microsoft.com/office/drawing/2010/main" val="0"/>
              </a:ext>
            </a:extLst>
          </a:blip>
          <a:stretch>
            <a:fillRect/>
          </a:stretch>
        </p:blipFill>
        <p:spPr>
          <a:xfrm rot="16200000">
            <a:off x="1638300" y="205941"/>
            <a:ext cx="5715000" cy="7620000"/>
          </a:xfrm>
          <a:prstGeom prst="rect">
            <a:avLst/>
          </a:prstGeom>
        </p:spPr>
      </p:pic>
    </p:spTree>
    <p:extLst>
      <p:ext uri="{BB962C8B-B14F-4D97-AF65-F5344CB8AC3E}">
        <p14:creationId xmlns:p14="http://schemas.microsoft.com/office/powerpoint/2010/main" val="2830257784"/>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EF88DC4-ED01-4D74-B47F-D7A206E0378C}" type="slidenum">
              <a:rPr lang="en-US"/>
              <a:pPr eaLnBrk="1" hangingPunct="1"/>
              <a:t>17</a:t>
            </a:fld>
            <a:endParaRPr lang="en-US"/>
          </a:p>
        </p:txBody>
      </p:sp>
      <p:sp>
        <p:nvSpPr>
          <p:cNvPr id="16387" name="Rectangle 2"/>
          <p:cNvSpPr>
            <a:spLocks noGrp="1" noChangeArrowheads="1"/>
          </p:cNvSpPr>
          <p:nvPr>
            <p:ph type="title"/>
          </p:nvPr>
        </p:nvSpPr>
        <p:spPr>
          <a:xfrm>
            <a:off x="152400" y="304800"/>
            <a:ext cx="8763000" cy="609600"/>
          </a:xfrm>
        </p:spPr>
        <p:txBody>
          <a:bodyPr/>
          <a:lstStyle/>
          <a:p>
            <a:pPr eaLnBrk="1" hangingPunct="1"/>
            <a:r>
              <a:rPr lang="en-US"/>
              <a:t>Attribute Selection: Information Gain</a:t>
            </a:r>
          </a:p>
        </p:txBody>
      </p:sp>
      <p:pic>
        <p:nvPicPr>
          <p:cNvPr id="2" name="Picture 1"/>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1000"/>
                    </a14:imgEffect>
                  </a14:imgLayer>
                </a14:imgProps>
              </a:ext>
              <a:ext uri="{28A0092B-C50C-407E-A947-70E740481C1C}">
                <a14:useLocalDpi xmlns:a14="http://schemas.microsoft.com/office/drawing/2010/main" val="0"/>
              </a:ext>
            </a:extLst>
          </a:blip>
          <a:srcRect l="-8277" b="156"/>
          <a:stretch/>
        </p:blipFill>
        <p:spPr>
          <a:xfrm rot="16200000">
            <a:off x="1398588" y="125413"/>
            <a:ext cx="6105525" cy="8140700"/>
          </a:xfrm>
          <a:prstGeom prst="rect">
            <a:avLst/>
          </a:prstGeom>
        </p:spPr>
      </p:pic>
    </p:spTree>
    <p:extLst>
      <p:ext uri="{BB962C8B-B14F-4D97-AF65-F5344CB8AC3E}">
        <p14:creationId xmlns:p14="http://schemas.microsoft.com/office/powerpoint/2010/main" val="2985588047"/>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EF88DC4-ED01-4D74-B47F-D7A206E0378C}" type="slidenum">
              <a:rPr lang="en-US"/>
              <a:pPr eaLnBrk="1" hangingPunct="1"/>
              <a:t>18</a:t>
            </a:fld>
            <a:endParaRPr lang="en-US"/>
          </a:p>
        </p:txBody>
      </p:sp>
      <p:sp>
        <p:nvSpPr>
          <p:cNvPr id="16387" name="Rectangle 2"/>
          <p:cNvSpPr>
            <a:spLocks noGrp="1" noChangeArrowheads="1"/>
          </p:cNvSpPr>
          <p:nvPr>
            <p:ph type="title"/>
          </p:nvPr>
        </p:nvSpPr>
        <p:spPr>
          <a:xfrm>
            <a:off x="152400" y="304800"/>
            <a:ext cx="8763000" cy="609600"/>
          </a:xfrm>
        </p:spPr>
        <p:txBody>
          <a:bodyPr/>
          <a:lstStyle/>
          <a:p>
            <a:pPr eaLnBrk="1" hangingPunct="1"/>
            <a:r>
              <a:rPr lang="en-US"/>
              <a:t>Attribute Selection: Information Gain</a:t>
            </a:r>
          </a:p>
        </p:txBody>
      </p:sp>
      <p:sp>
        <p:nvSpPr>
          <p:cNvPr id="3" name="TextBox 2"/>
          <p:cNvSpPr txBox="1"/>
          <p:nvPr/>
        </p:nvSpPr>
        <p:spPr>
          <a:xfrm>
            <a:off x="685800" y="1752600"/>
            <a:ext cx="7772400" cy="3539430"/>
          </a:xfrm>
          <a:prstGeom prst="rect">
            <a:avLst/>
          </a:prstGeom>
          <a:noFill/>
        </p:spPr>
        <p:txBody>
          <a:bodyPr wrap="square" rtlCol="0">
            <a:spAutoFit/>
          </a:bodyPr>
          <a:lstStyle/>
          <a:p>
            <a:r>
              <a:rPr lang="en-US" sz="3200" dirty="0"/>
              <a:t>Gain (Student) = 0.972</a:t>
            </a:r>
          </a:p>
          <a:p>
            <a:r>
              <a:rPr lang="en-US" sz="3200" dirty="0"/>
              <a:t>Gain (Credit-Rating) = 0.032</a:t>
            </a:r>
          </a:p>
          <a:p>
            <a:r>
              <a:rPr lang="en-US" sz="3200" dirty="0"/>
              <a:t>Gain ( Income ) = 0.572</a:t>
            </a:r>
          </a:p>
          <a:p>
            <a:endParaRPr lang="en-US" sz="3200" dirty="0"/>
          </a:p>
          <a:p>
            <a:endParaRPr lang="en-US" sz="3200" dirty="0"/>
          </a:p>
          <a:p>
            <a:r>
              <a:rPr lang="en-US" sz="3200" b="1" dirty="0">
                <a:solidFill>
                  <a:srgbClr val="FF0000"/>
                </a:solidFill>
              </a:rPr>
              <a:t>Which attribute should be used as a splitting attribute for this table?</a:t>
            </a:r>
          </a:p>
        </p:txBody>
      </p:sp>
    </p:spTree>
    <p:extLst>
      <p:ext uri="{BB962C8B-B14F-4D97-AF65-F5344CB8AC3E}">
        <p14:creationId xmlns:p14="http://schemas.microsoft.com/office/powerpoint/2010/main" val="1452002959"/>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6"/>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CEF88DC4-ED01-4D74-B47F-D7A206E0378C}" type="slidenum">
              <a:rPr lang="en-US"/>
              <a:pPr eaLnBrk="1" hangingPunct="1"/>
              <a:t>19</a:t>
            </a:fld>
            <a:endParaRPr lang="en-US"/>
          </a:p>
        </p:txBody>
      </p:sp>
      <p:sp>
        <p:nvSpPr>
          <p:cNvPr id="16387" name="Rectangle 2"/>
          <p:cNvSpPr>
            <a:spLocks noGrp="1" noChangeArrowheads="1"/>
          </p:cNvSpPr>
          <p:nvPr>
            <p:ph type="title"/>
          </p:nvPr>
        </p:nvSpPr>
        <p:spPr>
          <a:xfrm>
            <a:off x="152400" y="304800"/>
            <a:ext cx="8763000" cy="609600"/>
          </a:xfrm>
        </p:spPr>
        <p:txBody>
          <a:bodyPr/>
          <a:lstStyle/>
          <a:p>
            <a:pPr eaLnBrk="1" hangingPunct="1"/>
            <a:r>
              <a:rPr lang="en-US" dirty="0"/>
              <a:t>Internal Nodes &amp; Leaf Nodes</a:t>
            </a:r>
          </a:p>
        </p:txBody>
      </p:sp>
      <p:pic>
        <p:nvPicPr>
          <p:cNvPr id="3" name="Picture 2"/>
          <p:cNvPicPr>
            <a:picLocks noChangeAspect="1"/>
          </p:cNvPicPr>
          <p:nvPr/>
        </p:nvPicPr>
        <p:blipFill>
          <a:blip r:embed="rId3"/>
          <a:stretch>
            <a:fillRect/>
          </a:stretch>
        </p:blipFill>
        <p:spPr>
          <a:xfrm>
            <a:off x="166687" y="1643062"/>
            <a:ext cx="8810625" cy="3571875"/>
          </a:xfrm>
          <a:prstGeom prst="rect">
            <a:avLst/>
          </a:prstGeom>
        </p:spPr>
      </p:pic>
    </p:spTree>
    <p:extLst>
      <p:ext uri="{BB962C8B-B14F-4D97-AF65-F5344CB8AC3E}">
        <p14:creationId xmlns:p14="http://schemas.microsoft.com/office/powerpoint/2010/main" val="4124433425"/>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2C90B46E-F783-8907-2BAB-42A9BA55A56A}"/>
              </a:ext>
            </a:extLst>
          </p:cNvPr>
          <p:cNvSpPr>
            <a:spLocks noGrp="1"/>
          </p:cNvSpPr>
          <p:nvPr>
            <p:ph type="title"/>
          </p:nvPr>
        </p:nvSpPr>
        <p:spPr/>
        <p:txBody>
          <a:bodyPr/>
          <a:lstStyle/>
          <a:p>
            <a:r>
              <a:rPr lang="en-US" dirty="0"/>
              <a:t>Resultant Tree </a:t>
            </a:r>
            <a:endParaRPr lang="en-PK" dirty="0"/>
          </a:p>
        </p:txBody>
      </p:sp>
      <p:sp>
        <p:nvSpPr>
          <p:cNvPr id="5" name="Slide Number Placeholder 4">
            <a:extLst>
              <a:ext uri="{FF2B5EF4-FFF2-40B4-BE49-F238E27FC236}">
                <a16:creationId xmlns:a16="http://schemas.microsoft.com/office/drawing/2014/main" id="{672331E5-551F-E52F-4354-552204A0C573}"/>
              </a:ext>
            </a:extLst>
          </p:cNvPr>
          <p:cNvSpPr>
            <a:spLocks noGrp="1"/>
          </p:cNvSpPr>
          <p:nvPr>
            <p:ph type="sldNum" sz="quarter" idx="10"/>
          </p:nvPr>
        </p:nvSpPr>
        <p:spPr/>
        <p:txBody>
          <a:bodyPr/>
          <a:lstStyle/>
          <a:p>
            <a:fld id="{0F611868-CA4F-4DD8-A325-DFE12570A2E0}" type="slidenum">
              <a:rPr lang="en-US" smtClean="0"/>
              <a:pPr/>
              <a:t>20</a:t>
            </a:fld>
            <a:endParaRPr lang="en-US"/>
          </a:p>
        </p:txBody>
      </p:sp>
      <p:grpSp>
        <p:nvGrpSpPr>
          <p:cNvPr id="32" name="Group 63">
            <a:extLst>
              <a:ext uri="{FF2B5EF4-FFF2-40B4-BE49-F238E27FC236}">
                <a16:creationId xmlns:a16="http://schemas.microsoft.com/office/drawing/2014/main" id="{72D0132A-5202-C012-B23B-DA03E3324BA5}"/>
              </a:ext>
            </a:extLst>
          </p:cNvPr>
          <p:cNvGrpSpPr>
            <a:grpSpLocks/>
          </p:cNvGrpSpPr>
          <p:nvPr/>
        </p:nvGrpSpPr>
        <p:grpSpPr bwMode="auto">
          <a:xfrm>
            <a:off x="1419225" y="1524000"/>
            <a:ext cx="6305550" cy="3810000"/>
            <a:chOff x="768" y="1152"/>
            <a:chExt cx="3972" cy="2400"/>
          </a:xfrm>
        </p:grpSpPr>
        <p:sp>
          <p:nvSpPr>
            <p:cNvPr id="33" name="Rectangle 3">
              <a:extLst>
                <a:ext uri="{FF2B5EF4-FFF2-40B4-BE49-F238E27FC236}">
                  <a16:creationId xmlns:a16="http://schemas.microsoft.com/office/drawing/2014/main" id="{5EAEBDF3-C757-D1CF-37F6-6CAE20EDF750}"/>
                </a:ext>
              </a:extLst>
            </p:cNvPr>
            <p:cNvSpPr>
              <a:spLocks noChangeArrowheads="1"/>
            </p:cNvSpPr>
            <p:nvPr/>
          </p:nvSpPr>
          <p:spPr bwMode="auto">
            <a:xfrm>
              <a:off x="2387" y="1152"/>
              <a:ext cx="475" cy="296"/>
            </a:xfrm>
            <a:prstGeom prst="rect">
              <a:avLst/>
            </a:prstGeom>
            <a:solidFill>
              <a:srgbClr val="00CCFF"/>
            </a:solidFill>
            <a:ln w="12700">
              <a:solidFill>
                <a:schemeClr val="tx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dirty="0">
                  <a:latin typeface="Times New Roman" panose="02020603050405020304" pitchFamily="18" charset="0"/>
                </a:rPr>
                <a:t>age?</a:t>
              </a:r>
            </a:p>
          </p:txBody>
        </p:sp>
        <p:sp>
          <p:nvSpPr>
            <p:cNvPr id="34" name="Rectangle 4">
              <a:extLst>
                <a:ext uri="{FF2B5EF4-FFF2-40B4-BE49-F238E27FC236}">
                  <a16:creationId xmlns:a16="http://schemas.microsoft.com/office/drawing/2014/main" id="{11D9AADC-2466-BD96-4919-EE6FFE009FEE}"/>
                </a:ext>
              </a:extLst>
            </p:cNvPr>
            <p:cNvSpPr>
              <a:spLocks noChangeArrowheads="1"/>
            </p:cNvSpPr>
            <p:nvPr/>
          </p:nvSpPr>
          <p:spPr bwMode="auto">
            <a:xfrm>
              <a:off x="2245" y="1766"/>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overcast</a:t>
              </a:r>
            </a:p>
          </p:txBody>
        </p:sp>
        <p:sp>
          <p:nvSpPr>
            <p:cNvPr id="35" name="Rectangle 5">
              <a:extLst>
                <a:ext uri="{FF2B5EF4-FFF2-40B4-BE49-F238E27FC236}">
                  <a16:creationId xmlns:a16="http://schemas.microsoft.com/office/drawing/2014/main" id="{BE009E89-6676-F035-70AC-A41B9CF20BC9}"/>
                </a:ext>
              </a:extLst>
            </p:cNvPr>
            <p:cNvSpPr>
              <a:spLocks noChangeArrowheads="1"/>
            </p:cNvSpPr>
            <p:nvPr/>
          </p:nvSpPr>
          <p:spPr bwMode="auto">
            <a:xfrm>
              <a:off x="1229" y="2342"/>
              <a:ext cx="763" cy="296"/>
            </a:xfrm>
            <a:prstGeom prst="rect">
              <a:avLst/>
            </a:prstGeom>
            <a:solidFill>
              <a:srgbClr val="00FFCC"/>
            </a:solidFill>
            <a:ln w="12700">
              <a:solidFill>
                <a:schemeClr val="tx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student?</a:t>
              </a:r>
            </a:p>
          </p:txBody>
        </p:sp>
        <p:sp>
          <p:nvSpPr>
            <p:cNvPr id="36" name="Rectangle 6">
              <a:extLst>
                <a:ext uri="{FF2B5EF4-FFF2-40B4-BE49-F238E27FC236}">
                  <a16:creationId xmlns:a16="http://schemas.microsoft.com/office/drawing/2014/main" id="{70EF3315-2D26-22DF-982B-A1219D022CEE}"/>
                </a:ext>
              </a:extLst>
            </p:cNvPr>
            <p:cNvSpPr>
              <a:spLocks noChangeArrowheads="1"/>
            </p:cNvSpPr>
            <p:nvPr/>
          </p:nvSpPr>
          <p:spPr bwMode="auto">
            <a:xfrm>
              <a:off x="3432" y="2342"/>
              <a:ext cx="1140" cy="296"/>
            </a:xfrm>
            <a:prstGeom prst="rect">
              <a:avLst/>
            </a:prstGeom>
            <a:solidFill>
              <a:srgbClr val="99CCFF"/>
            </a:solidFill>
            <a:ln w="12700">
              <a:solidFill>
                <a:schemeClr val="tx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credit rating?</a:t>
              </a:r>
            </a:p>
          </p:txBody>
        </p:sp>
        <p:sp>
          <p:nvSpPr>
            <p:cNvPr id="37" name="Line 11">
              <a:extLst>
                <a:ext uri="{FF2B5EF4-FFF2-40B4-BE49-F238E27FC236}">
                  <a16:creationId xmlns:a16="http://schemas.microsoft.com/office/drawing/2014/main" id="{03BCF8F3-F21A-9D36-EBAC-C541FBA625AE}"/>
                </a:ext>
              </a:extLst>
            </p:cNvPr>
            <p:cNvSpPr>
              <a:spLocks noChangeShapeType="1"/>
            </p:cNvSpPr>
            <p:nvPr/>
          </p:nvSpPr>
          <p:spPr bwMode="auto">
            <a:xfrm flipH="1">
              <a:off x="1619" y="1462"/>
              <a:ext cx="625" cy="83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8" name="Line 12">
              <a:extLst>
                <a:ext uri="{FF2B5EF4-FFF2-40B4-BE49-F238E27FC236}">
                  <a16:creationId xmlns:a16="http://schemas.microsoft.com/office/drawing/2014/main" id="{F3F01F64-EC39-58FF-13FF-99CCC1F08158}"/>
                </a:ext>
              </a:extLst>
            </p:cNvPr>
            <p:cNvSpPr>
              <a:spLocks noChangeShapeType="1"/>
            </p:cNvSpPr>
            <p:nvPr/>
          </p:nvSpPr>
          <p:spPr bwMode="auto">
            <a:xfrm flipH="1">
              <a:off x="2622" y="1491"/>
              <a:ext cx="1" cy="34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39" name="Line 13">
              <a:extLst>
                <a:ext uri="{FF2B5EF4-FFF2-40B4-BE49-F238E27FC236}">
                  <a16:creationId xmlns:a16="http://schemas.microsoft.com/office/drawing/2014/main" id="{C7A5B376-E586-9D18-04A3-BB00DAFD16DC}"/>
                </a:ext>
              </a:extLst>
            </p:cNvPr>
            <p:cNvSpPr>
              <a:spLocks noChangeShapeType="1"/>
            </p:cNvSpPr>
            <p:nvPr/>
          </p:nvSpPr>
          <p:spPr bwMode="auto">
            <a:xfrm>
              <a:off x="2928" y="1440"/>
              <a:ext cx="1051" cy="895"/>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0" name="Rectangle 14">
              <a:extLst>
                <a:ext uri="{FF2B5EF4-FFF2-40B4-BE49-F238E27FC236}">
                  <a16:creationId xmlns:a16="http://schemas.microsoft.com/office/drawing/2014/main" id="{49EB0BD8-4F7C-83C9-31BB-20EFF3E4A470}"/>
                </a:ext>
              </a:extLst>
            </p:cNvPr>
            <p:cNvSpPr>
              <a:spLocks noChangeArrowheads="1"/>
            </p:cNvSpPr>
            <p:nvPr/>
          </p:nvSpPr>
          <p:spPr bwMode="auto">
            <a:xfrm>
              <a:off x="1513" y="1730"/>
              <a:ext cx="534" cy="296"/>
            </a:xfrm>
            <a:prstGeom prst="rect">
              <a:avLst/>
            </a:prstGeom>
            <a:solidFill>
              <a:srgbClr val="FFFF00"/>
            </a:solidFill>
            <a:ln w="12700">
              <a:solidFill>
                <a:schemeClr val="bg1"/>
              </a:solidFill>
              <a:miter lim="800000"/>
              <a:headEnd/>
              <a:tailEnd/>
            </a:ln>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b="1">
                  <a:latin typeface="Times New Roman" panose="02020603050405020304" pitchFamily="18" charset="0"/>
                </a:rPr>
                <a:t>&lt;=30</a:t>
              </a:r>
              <a:endParaRPr lang="en-US" sz="2400">
                <a:latin typeface="Times New Roman" panose="02020603050405020304" pitchFamily="18" charset="0"/>
              </a:endParaRPr>
            </a:p>
          </p:txBody>
        </p:sp>
        <p:sp>
          <p:nvSpPr>
            <p:cNvPr id="41" name="Rectangle 15">
              <a:extLst>
                <a:ext uri="{FF2B5EF4-FFF2-40B4-BE49-F238E27FC236}">
                  <a16:creationId xmlns:a16="http://schemas.microsoft.com/office/drawing/2014/main" id="{21F9027F-C869-4DB3-4B12-E1A20E67E30C}"/>
                </a:ext>
              </a:extLst>
            </p:cNvPr>
            <p:cNvSpPr>
              <a:spLocks noChangeArrowheads="1"/>
            </p:cNvSpPr>
            <p:nvPr/>
          </p:nvSpPr>
          <p:spPr bwMode="auto">
            <a:xfrm>
              <a:off x="3364" y="1804"/>
              <a:ext cx="417"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b="1">
                  <a:latin typeface="Times New Roman" panose="02020603050405020304" pitchFamily="18" charset="0"/>
                </a:rPr>
                <a:t>&gt;40</a:t>
              </a:r>
              <a:endParaRPr lang="en-US" sz="2400">
                <a:latin typeface="Times New Roman" panose="02020603050405020304" pitchFamily="18" charset="0"/>
              </a:endParaRPr>
            </a:p>
          </p:txBody>
        </p:sp>
        <p:sp>
          <p:nvSpPr>
            <p:cNvPr id="42" name="Line 16">
              <a:extLst>
                <a:ext uri="{FF2B5EF4-FFF2-40B4-BE49-F238E27FC236}">
                  <a16:creationId xmlns:a16="http://schemas.microsoft.com/office/drawing/2014/main" id="{A540ADF8-2F39-CA89-79B6-D21EDEA0355A}"/>
                </a:ext>
              </a:extLst>
            </p:cNvPr>
            <p:cNvSpPr>
              <a:spLocks noChangeShapeType="1"/>
            </p:cNvSpPr>
            <p:nvPr/>
          </p:nvSpPr>
          <p:spPr bwMode="auto">
            <a:xfrm flipH="1">
              <a:off x="960" y="2640"/>
              <a:ext cx="528"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3" name="Line 17">
              <a:extLst>
                <a:ext uri="{FF2B5EF4-FFF2-40B4-BE49-F238E27FC236}">
                  <a16:creationId xmlns:a16="http://schemas.microsoft.com/office/drawing/2014/main" id="{9B100ED4-DA29-8A9A-60AD-997661E589AF}"/>
                </a:ext>
              </a:extLst>
            </p:cNvPr>
            <p:cNvSpPr>
              <a:spLocks noChangeShapeType="1"/>
            </p:cNvSpPr>
            <p:nvPr/>
          </p:nvSpPr>
          <p:spPr bwMode="auto">
            <a:xfrm>
              <a:off x="1728" y="2640"/>
              <a:ext cx="480" cy="624"/>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4" name="Line 18">
              <a:extLst>
                <a:ext uri="{FF2B5EF4-FFF2-40B4-BE49-F238E27FC236}">
                  <a16:creationId xmlns:a16="http://schemas.microsoft.com/office/drawing/2014/main" id="{82977F96-5F30-CD71-8E93-D9974A467B2F}"/>
                </a:ext>
              </a:extLst>
            </p:cNvPr>
            <p:cNvSpPr>
              <a:spLocks noChangeShapeType="1"/>
            </p:cNvSpPr>
            <p:nvPr/>
          </p:nvSpPr>
          <p:spPr bwMode="auto">
            <a:xfrm flipH="1">
              <a:off x="3360" y="2640"/>
              <a:ext cx="480"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5" name="Line 19">
              <a:extLst>
                <a:ext uri="{FF2B5EF4-FFF2-40B4-BE49-F238E27FC236}">
                  <a16:creationId xmlns:a16="http://schemas.microsoft.com/office/drawing/2014/main" id="{0F2AE3EF-B787-F94D-5EA7-956CB08BFFBF}"/>
                </a:ext>
              </a:extLst>
            </p:cNvPr>
            <p:cNvSpPr>
              <a:spLocks noChangeShapeType="1"/>
            </p:cNvSpPr>
            <p:nvPr/>
          </p:nvSpPr>
          <p:spPr bwMode="auto">
            <a:xfrm>
              <a:off x="4128" y="2640"/>
              <a:ext cx="432" cy="576"/>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 name="Line 24">
              <a:extLst>
                <a:ext uri="{FF2B5EF4-FFF2-40B4-BE49-F238E27FC236}">
                  <a16:creationId xmlns:a16="http://schemas.microsoft.com/office/drawing/2014/main" id="{AAA4AF26-041D-2DDE-CD82-CE26DFD03470}"/>
                </a:ext>
              </a:extLst>
            </p:cNvPr>
            <p:cNvSpPr>
              <a:spLocks noChangeShapeType="1"/>
            </p:cNvSpPr>
            <p:nvPr/>
          </p:nvSpPr>
          <p:spPr bwMode="auto">
            <a:xfrm>
              <a:off x="2623" y="2029"/>
              <a:ext cx="0" cy="277"/>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7" name="Rectangle 25">
              <a:extLst>
                <a:ext uri="{FF2B5EF4-FFF2-40B4-BE49-F238E27FC236}">
                  <a16:creationId xmlns:a16="http://schemas.microsoft.com/office/drawing/2014/main" id="{9F0DC66B-1EA2-A789-2A9F-2665F2D2B6B8}"/>
                </a:ext>
              </a:extLst>
            </p:cNvPr>
            <p:cNvSpPr>
              <a:spLocks noChangeArrowheads="1"/>
            </p:cNvSpPr>
            <p:nvPr/>
          </p:nvSpPr>
          <p:spPr bwMode="auto">
            <a:xfrm>
              <a:off x="768" y="3264"/>
              <a:ext cx="308" cy="2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no</a:t>
              </a:r>
            </a:p>
          </p:txBody>
        </p:sp>
        <p:sp>
          <p:nvSpPr>
            <p:cNvPr id="48" name="Rectangle 27">
              <a:extLst>
                <a:ext uri="{FF2B5EF4-FFF2-40B4-BE49-F238E27FC236}">
                  <a16:creationId xmlns:a16="http://schemas.microsoft.com/office/drawing/2014/main" id="{6C4EBA08-B1E2-70B6-33A3-6F4D3AA51312}"/>
                </a:ext>
              </a:extLst>
            </p:cNvPr>
            <p:cNvSpPr>
              <a:spLocks noChangeArrowheads="1"/>
            </p:cNvSpPr>
            <p:nvPr/>
          </p:nvSpPr>
          <p:spPr bwMode="auto">
            <a:xfrm>
              <a:off x="2028" y="3264"/>
              <a:ext cx="372" cy="2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yes</a:t>
              </a:r>
            </a:p>
          </p:txBody>
        </p:sp>
        <p:sp>
          <p:nvSpPr>
            <p:cNvPr id="49" name="Rectangle 28">
              <a:extLst>
                <a:ext uri="{FF2B5EF4-FFF2-40B4-BE49-F238E27FC236}">
                  <a16:creationId xmlns:a16="http://schemas.microsoft.com/office/drawing/2014/main" id="{557D3C61-082D-E611-2A3A-6C029EF58AC5}"/>
                </a:ext>
              </a:extLst>
            </p:cNvPr>
            <p:cNvSpPr>
              <a:spLocks noChangeArrowheads="1"/>
            </p:cNvSpPr>
            <p:nvPr/>
          </p:nvSpPr>
          <p:spPr bwMode="auto">
            <a:xfrm>
              <a:off x="4368" y="3216"/>
              <a:ext cx="372" cy="2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yes</a:t>
              </a:r>
            </a:p>
          </p:txBody>
        </p:sp>
        <p:sp>
          <p:nvSpPr>
            <p:cNvPr id="50" name="Rectangle 29">
              <a:extLst>
                <a:ext uri="{FF2B5EF4-FFF2-40B4-BE49-F238E27FC236}">
                  <a16:creationId xmlns:a16="http://schemas.microsoft.com/office/drawing/2014/main" id="{5F84B3A1-C031-A920-6D27-FB35D631DB9F}"/>
                </a:ext>
              </a:extLst>
            </p:cNvPr>
            <p:cNvSpPr>
              <a:spLocks noChangeArrowheads="1"/>
            </p:cNvSpPr>
            <p:nvPr/>
          </p:nvSpPr>
          <p:spPr bwMode="auto">
            <a:xfrm>
              <a:off x="2437" y="2344"/>
              <a:ext cx="372" cy="28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yes</a:t>
              </a:r>
            </a:p>
          </p:txBody>
        </p:sp>
        <p:sp>
          <p:nvSpPr>
            <p:cNvPr id="51" name="Rectangle 30">
              <a:extLst>
                <a:ext uri="{FF2B5EF4-FFF2-40B4-BE49-F238E27FC236}">
                  <a16:creationId xmlns:a16="http://schemas.microsoft.com/office/drawing/2014/main" id="{D14E76E9-46AA-735C-5E3D-3FBDEE214583}"/>
                </a:ext>
              </a:extLst>
            </p:cNvPr>
            <p:cNvSpPr>
              <a:spLocks noChangeArrowheads="1"/>
            </p:cNvSpPr>
            <p:nvPr/>
          </p:nvSpPr>
          <p:spPr bwMode="auto">
            <a:xfrm>
              <a:off x="2256" y="1824"/>
              <a:ext cx="672" cy="192"/>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000" b="1">
                  <a:latin typeface="Times New Roman" panose="02020603050405020304" pitchFamily="18" charset="0"/>
                </a:rPr>
                <a:t>31..40</a:t>
              </a:r>
              <a:endParaRPr lang="en-US">
                <a:latin typeface="Times New Roman" panose="02020603050405020304" pitchFamily="18" charset="0"/>
              </a:endParaRPr>
            </a:p>
          </p:txBody>
        </p:sp>
        <p:sp>
          <p:nvSpPr>
            <p:cNvPr id="52" name="Rectangle 62">
              <a:extLst>
                <a:ext uri="{FF2B5EF4-FFF2-40B4-BE49-F238E27FC236}">
                  <a16:creationId xmlns:a16="http://schemas.microsoft.com/office/drawing/2014/main" id="{4497D2CE-7223-C25D-F3F5-2AD4D4DD4989}"/>
                </a:ext>
              </a:extLst>
            </p:cNvPr>
            <p:cNvSpPr>
              <a:spLocks noChangeArrowheads="1"/>
            </p:cNvSpPr>
            <p:nvPr/>
          </p:nvSpPr>
          <p:spPr bwMode="auto">
            <a:xfrm rot="-143156">
              <a:off x="3168" y="3216"/>
              <a:ext cx="308" cy="28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no</a:t>
              </a:r>
            </a:p>
          </p:txBody>
        </p:sp>
        <p:sp>
          <p:nvSpPr>
            <p:cNvPr id="53" name="Rectangle 9">
              <a:extLst>
                <a:ext uri="{FF2B5EF4-FFF2-40B4-BE49-F238E27FC236}">
                  <a16:creationId xmlns:a16="http://schemas.microsoft.com/office/drawing/2014/main" id="{DFAD6E7D-05E8-6B29-C42B-BBC0FEA29363}"/>
                </a:ext>
              </a:extLst>
            </p:cNvPr>
            <p:cNvSpPr>
              <a:spLocks noChangeArrowheads="1"/>
            </p:cNvSpPr>
            <p:nvPr/>
          </p:nvSpPr>
          <p:spPr bwMode="auto">
            <a:xfrm>
              <a:off x="4176" y="2784"/>
              <a:ext cx="382"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fair</a:t>
              </a:r>
            </a:p>
          </p:txBody>
        </p:sp>
        <p:sp>
          <p:nvSpPr>
            <p:cNvPr id="54" name="Rectangle 10">
              <a:extLst>
                <a:ext uri="{FF2B5EF4-FFF2-40B4-BE49-F238E27FC236}">
                  <a16:creationId xmlns:a16="http://schemas.microsoft.com/office/drawing/2014/main" id="{382E1ABF-FD6E-F6ED-FBF6-B52BEDEEFCB0}"/>
                </a:ext>
              </a:extLst>
            </p:cNvPr>
            <p:cNvSpPr>
              <a:spLocks noChangeArrowheads="1"/>
            </p:cNvSpPr>
            <p:nvPr/>
          </p:nvSpPr>
          <p:spPr bwMode="auto">
            <a:xfrm>
              <a:off x="3072" y="2784"/>
              <a:ext cx="807"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excellent</a:t>
              </a:r>
            </a:p>
          </p:txBody>
        </p:sp>
        <p:sp>
          <p:nvSpPr>
            <p:cNvPr id="55" name="Rectangle 8">
              <a:extLst>
                <a:ext uri="{FF2B5EF4-FFF2-40B4-BE49-F238E27FC236}">
                  <a16:creationId xmlns:a16="http://schemas.microsoft.com/office/drawing/2014/main" id="{6BF695B4-D010-38FD-ED85-D44DCADF0550}"/>
                </a:ext>
              </a:extLst>
            </p:cNvPr>
            <p:cNvSpPr>
              <a:spLocks noChangeArrowheads="1"/>
            </p:cNvSpPr>
            <p:nvPr/>
          </p:nvSpPr>
          <p:spPr bwMode="auto">
            <a:xfrm>
              <a:off x="1872" y="2832"/>
              <a:ext cx="372"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yes</a:t>
              </a:r>
            </a:p>
          </p:txBody>
        </p:sp>
        <p:sp>
          <p:nvSpPr>
            <p:cNvPr id="56" name="Rectangle 7">
              <a:extLst>
                <a:ext uri="{FF2B5EF4-FFF2-40B4-BE49-F238E27FC236}">
                  <a16:creationId xmlns:a16="http://schemas.microsoft.com/office/drawing/2014/main" id="{5403E62B-191A-7B94-06DE-E8B4D14F19EF}"/>
                </a:ext>
              </a:extLst>
            </p:cNvPr>
            <p:cNvSpPr>
              <a:spLocks noChangeArrowheads="1"/>
            </p:cNvSpPr>
            <p:nvPr/>
          </p:nvSpPr>
          <p:spPr bwMode="auto">
            <a:xfrm>
              <a:off x="960" y="2832"/>
              <a:ext cx="432" cy="2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2400">
                  <a:latin typeface="Times New Roman" panose="02020603050405020304" pitchFamily="18" charset="0"/>
                </a:rPr>
                <a:t>no</a:t>
              </a:r>
            </a:p>
          </p:txBody>
        </p:sp>
      </p:grpSp>
      <p:sp>
        <p:nvSpPr>
          <p:cNvPr id="58" name="TextBox 57">
            <a:extLst>
              <a:ext uri="{FF2B5EF4-FFF2-40B4-BE49-F238E27FC236}">
                <a16:creationId xmlns:a16="http://schemas.microsoft.com/office/drawing/2014/main" id="{11DC97A0-36A8-C59B-2AB3-0C54B7ED9AB1}"/>
              </a:ext>
            </a:extLst>
          </p:cNvPr>
          <p:cNvSpPr txBox="1"/>
          <p:nvPr/>
        </p:nvSpPr>
        <p:spPr>
          <a:xfrm>
            <a:off x="740331" y="5906869"/>
            <a:ext cx="7148988" cy="646331"/>
          </a:xfrm>
          <a:prstGeom prst="rect">
            <a:avLst/>
          </a:prstGeom>
          <a:noFill/>
        </p:spPr>
        <p:txBody>
          <a:bodyPr wrap="square">
            <a:spAutoFit/>
          </a:bodyPr>
          <a:lstStyle/>
          <a:p>
            <a:r>
              <a:rPr lang="en-GB" b="1">
                <a:solidFill>
                  <a:srgbClr val="FF0000"/>
                </a:solidFill>
              </a:rPr>
              <a:t>Decision </a:t>
            </a:r>
            <a:r>
              <a:rPr lang="en-GB" b="1" dirty="0">
                <a:solidFill>
                  <a:srgbClr val="FF0000"/>
                </a:solidFill>
              </a:rPr>
              <a:t>trees do not necessarily cover all attributes (Like Income) in a dataset.</a:t>
            </a:r>
            <a:endParaRPr lang="en-US" b="1" dirty="0">
              <a:solidFill>
                <a:srgbClr val="FF0000"/>
              </a:solidFill>
            </a:endParaRPr>
          </a:p>
        </p:txBody>
      </p:sp>
    </p:spTree>
    <p:extLst>
      <p:ext uri="{BB962C8B-B14F-4D97-AF65-F5344CB8AC3E}">
        <p14:creationId xmlns:p14="http://schemas.microsoft.com/office/powerpoint/2010/main" val="324514874"/>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522" y="609600"/>
            <a:ext cx="8402638" cy="609600"/>
          </a:xfrm>
        </p:spPr>
        <p:txBody>
          <a:bodyPr>
            <a:noAutofit/>
          </a:bodyPr>
          <a:lstStyle/>
          <a:p>
            <a:r>
              <a:rPr lang="en-US" dirty="0"/>
              <a:t>Pruning: Getting An Optimal Decision Tree</a:t>
            </a:r>
            <a:endParaRPr lang="en-GB" dirty="0"/>
          </a:p>
        </p:txBody>
      </p:sp>
      <p:sp>
        <p:nvSpPr>
          <p:cNvPr id="3" name="Content Placeholder 2"/>
          <p:cNvSpPr>
            <a:spLocks noGrp="1"/>
          </p:cNvSpPr>
          <p:nvPr>
            <p:ph idx="1"/>
          </p:nvPr>
        </p:nvSpPr>
        <p:spPr/>
        <p:txBody>
          <a:bodyPr>
            <a:normAutofit fontScale="92500"/>
          </a:bodyPr>
          <a:lstStyle/>
          <a:p>
            <a:pPr algn="just">
              <a:lnSpc>
                <a:spcPct val="150000"/>
              </a:lnSpc>
              <a:buFont typeface="Wingdings" panose="05000000000000000000" pitchFamily="2" charset="2"/>
              <a:buChar char="Ø"/>
            </a:pPr>
            <a:r>
              <a:rPr lang="en-US" sz="2400" kern="1200" dirty="0">
                <a:latin typeface="Tahoma" panose="020B0604030504040204" pitchFamily="34" charset="0"/>
              </a:rPr>
              <a:t>Pruning</a:t>
            </a:r>
            <a:r>
              <a:rPr lang="en-US" sz="2000" i="1" dirty="0"/>
              <a:t> </a:t>
            </a:r>
            <a:r>
              <a:rPr lang="en-US" sz="2400" kern="1200" dirty="0">
                <a:latin typeface="Tahoma" panose="020B0604030504040204" pitchFamily="34" charset="0"/>
              </a:rPr>
              <a:t>is a process of deleting the unnecessary nodes from a tree in order to get the optimal decision tree.</a:t>
            </a:r>
          </a:p>
          <a:p>
            <a:pPr marL="365760" lvl="1" indent="0" algn="just">
              <a:lnSpc>
                <a:spcPct val="150000"/>
              </a:lnSpc>
              <a:buNone/>
            </a:pPr>
            <a:r>
              <a:rPr lang="en-US" sz="2400" kern="1200" dirty="0">
                <a:latin typeface="Tahoma" panose="020B0604030504040204" pitchFamily="34" charset="0"/>
                <a:ea typeface="+mn-ea"/>
                <a:cs typeface="+mn-cs"/>
              </a:rPr>
              <a:t>A too-large tree increases the risk of overfitting, and a small tree may not capture all the important features of the dataset. Therefore, a technique that decreases the size of the learning tree without reducing accuracy is known as Pruning. There are mainly two types of tree pruning technology used:</a:t>
            </a:r>
            <a:endParaRPr lang="en-US" sz="2400" b="1" kern="1200" dirty="0">
              <a:latin typeface="Tahoma" panose="020B0604030504040204" pitchFamily="34" charset="0"/>
              <a:ea typeface="+mn-ea"/>
              <a:cs typeface="+mn-cs"/>
            </a:endParaRPr>
          </a:p>
          <a:p>
            <a:pPr algn="just">
              <a:lnSpc>
                <a:spcPct val="150000"/>
              </a:lnSpc>
              <a:buFont typeface="+mj-lt"/>
              <a:buAutoNum type="arabicPeriod"/>
            </a:pPr>
            <a:r>
              <a:rPr lang="en-US" sz="2400" b="1" kern="1200" dirty="0">
                <a:latin typeface="Tahoma" panose="020B0604030504040204" pitchFamily="34" charset="0"/>
              </a:rPr>
              <a:t>Pre-pruning </a:t>
            </a:r>
          </a:p>
          <a:p>
            <a:pPr algn="just">
              <a:lnSpc>
                <a:spcPct val="150000"/>
              </a:lnSpc>
              <a:buFont typeface="+mj-lt"/>
              <a:buAutoNum type="arabicPeriod"/>
            </a:pPr>
            <a:r>
              <a:rPr lang="en-US" sz="2400" b="1" kern="1200" dirty="0">
                <a:latin typeface="Tahoma" panose="020B0604030504040204" pitchFamily="34" charset="0"/>
              </a:rPr>
              <a:t>Post-pruning </a:t>
            </a:r>
          </a:p>
        </p:txBody>
      </p:sp>
    </p:spTree>
    <p:extLst>
      <p:ext uri="{BB962C8B-B14F-4D97-AF65-F5344CB8AC3E}">
        <p14:creationId xmlns:p14="http://schemas.microsoft.com/office/powerpoint/2010/main" val="3233633084"/>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A04A-6F55-A7AB-C8D4-A2CF1EDB4B2C}"/>
              </a:ext>
            </a:extLst>
          </p:cNvPr>
          <p:cNvSpPr>
            <a:spLocks noGrp="1"/>
          </p:cNvSpPr>
          <p:nvPr>
            <p:ph type="title"/>
          </p:nvPr>
        </p:nvSpPr>
        <p:spPr/>
        <p:txBody>
          <a:bodyPr/>
          <a:lstStyle/>
          <a:p>
            <a:r>
              <a:rPr lang="en-US" dirty="0"/>
              <a:t>Pruning</a:t>
            </a:r>
            <a:endParaRPr lang="en-PK" dirty="0"/>
          </a:p>
        </p:txBody>
      </p:sp>
      <p:sp>
        <p:nvSpPr>
          <p:cNvPr id="3" name="Content Placeholder 2">
            <a:extLst>
              <a:ext uri="{FF2B5EF4-FFF2-40B4-BE49-F238E27FC236}">
                <a16:creationId xmlns:a16="http://schemas.microsoft.com/office/drawing/2014/main" id="{6FA042EC-91F7-81D7-981E-F5772026A079}"/>
              </a:ext>
            </a:extLst>
          </p:cNvPr>
          <p:cNvSpPr>
            <a:spLocks noGrp="1"/>
          </p:cNvSpPr>
          <p:nvPr>
            <p:ph idx="1"/>
          </p:nvPr>
        </p:nvSpPr>
        <p:spPr/>
        <p:txBody>
          <a:bodyPr/>
          <a:lstStyle/>
          <a:p>
            <a:pPr>
              <a:buFont typeface="+mj-lt"/>
              <a:buAutoNum type="arabicPeriod"/>
            </a:pPr>
            <a:r>
              <a:rPr lang="en-GB" sz="2400" b="1" dirty="0"/>
              <a:t>Pre-Pruning (Early Stopping)</a:t>
            </a:r>
            <a:r>
              <a:rPr lang="en-GB" sz="2400" dirty="0"/>
              <a:t>:</a:t>
            </a:r>
          </a:p>
          <a:p>
            <a:pPr marL="742950" lvl="1" indent="-285750">
              <a:buFont typeface="+mj-lt"/>
              <a:buAutoNum type="arabicPeriod"/>
            </a:pPr>
            <a:r>
              <a:rPr lang="en-GB" sz="2400" dirty="0"/>
              <a:t>Stops the growth of the tree during the construction phase.</a:t>
            </a:r>
          </a:p>
          <a:p>
            <a:pPr marL="742950" lvl="1" indent="-285750">
              <a:buFont typeface="+mj-lt"/>
              <a:buAutoNum type="arabicPeriod"/>
            </a:pPr>
            <a:r>
              <a:rPr lang="en-GB" sz="2400" dirty="0"/>
              <a:t>Prevents the tree from growing too complex by applying certain conditions or thresholds.</a:t>
            </a:r>
          </a:p>
          <a:p>
            <a:pPr marL="742950" lvl="1" indent="-285750">
              <a:buFont typeface="+mj-lt"/>
              <a:buAutoNum type="arabicPeriod"/>
            </a:pPr>
            <a:r>
              <a:rPr lang="en-GB" sz="2400" dirty="0"/>
              <a:t>Based on stopping criteria such as information gain or impurity reduction thresholds.</a:t>
            </a:r>
          </a:p>
          <a:p>
            <a:pPr>
              <a:buFont typeface="+mj-lt"/>
              <a:buAutoNum type="arabicPeriod"/>
            </a:pPr>
            <a:r>
              <a:rPr lang="en-GB" sz="2400" b="1" dirty="0"/>
              <a:t>Post-Pruning (Pruning After Construction)</a:t>
            </a:r>
            <a:r>
              <a:rPr lang="en-GB" sz="2400" dirty="0"/>
              <a:t>:</a:t>
            </a:r>
          </a:p>
          <a:p>
            <a:pPr marL="742950" lvl="1" indent="-285750">
              <a:buFont typeface="+mj-lt"/>
              <a:buAutoNum type="arabicPeriod"/>
            </a:pPr>
            <a:r>
              <a:rPr lang="en-GB" sz="2400" dirty="0"/>
              <a:t>Allows the tree to grow fully and then trims unnecessary branches based on performance metrics like validation set accuracy.</a:t>
            </a:r>
          </a:p>
          <a:p>
            <a:pPr marL="742950" lvl="1" indent="-285750">
              <a:buFont typeface="+mj-lt"/>
              <a:buAutoNum type="arabicPeriod"/>
            </a:pPr>
            <a:r>
              <a:rPr lang="en-GB" sz="2400" dirty="0"/>
              <a:t>Removes branches that contribute little to predictive power, often using a cost-complexity </a:t>
            </a:r>
            <a:r>
              <a:rPr lang="en-GB" sz="2400" dirty="0" err="1"/>
              <a:t>tradeoff</a:t>
            </a:r>
            <a:r>
              <a:rPr lang="en-GB" sz="2400" dirty="0"/>
              <a:t>.</a:t>
            </a:r>
          </a:p>
          <a:p>
            <a:endParaRPr lang="en-PK" sz="2400" dirty="0"/>
          </a:p>
        </p:txBody>
      </p:sp>
      <p:sp>
        <p:nvSpPr>
          <p:cNvPr id="4" name="Slide Number Placeholder 3">
            <a:extLst>
              <a:ext uri="{FF2B5EF4-FFF2-40B4-BE49-F238E27FC236}">
                <a16:creationId xmlns:a16="http://schemas.microsoft.com/office/drawing/2014/main" id="{3171C00F-5223-724C-7006-5868BF5F24E8}"/>
              </a:ext>
            </a:extLst>
          </p:cNvPr>
          <p:cNvSpPr>
            <a:spLocks noGrp="1"/>
          </p:cNvSpPr>
          <p:nvPr>
            <p:ph type="sldNum" sz="quarter" idx="10"/>
          </p:nvPr>
        </p:nvSpPr>
        <p:spPr/>
        <p:txBody>
          <a:bodyPr/>
          <a:lstStyle/>
          <a:p>
            <a:fld id="{78A74845-C3D2-4ECC-B7AA-411D84034AFD}" type="slidenum">
              <a:rPr lang="en-US" smtClean="0"/>
              <a:pPr/>
              <a:t>22</a:t>
            </a:fld>
            <a:endParaRPr lang="en-US"/>
          </a:p>
        </p:txBody>
      </p:sp>
    </p:spTree>
    <p:extLst>
      <p:ext uri="{BB962C8B-B14F-4D97-AF65-F5344CB8AC3E}">
        <p14:creationId xmlns:p14="http://schemas.microsoft.com/office/powerpoint/2010/main" val="2936296699"/>
      </p:ext>
    </p:extLst>
  </p:cSld>
  <p:clrMapOvr>
    <a:masterClrMapping/>
  </p:clrMapOvr>
  <p:transition>
    <p:zoom/>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14340</TotalTime>
  <Words>1387</Words>
  <Application>Microsoft Office PowerPoint</Application>
  <PresentationFormat>On-screen Show (4:3)</PresentationFormat>
  <Paragraphs>201</Paragraphs>
  <Slides>22</Slides>
  <Notes>18</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22</vt:i4>
      </vt:variant>
    </vt:vector>
  </HeadingPairs>
  <TitlesOfParts>
    <vt:vector size="33" baseType="lpstr">
      <vt:lpstr>Arial</vt:lpstr>
      <vt:lpstr>Berlin Sans FB Demi</vt:lpstr>
      <vt:lpstr>Calibri</vt:lpstr>
      <vt:lpstr>Marlett</vt:lpstr>
      <vt:lpstr>Tahoma</vt:lpstr>
      <vt:lpstr>Times New Roman</vt:lpstr>
      <vt:lpstr>Wingdings</vt:lpstr>
      <vt:lpstr>Wingdings 2</vt:lpstr>
      <vt:lpstr>Blends</vt:lpstr>
      <vt:lpstr>Worksheet</vt:lpstr>
      <vt:lpstr>Equation</vt:lpstr>
      <vt:lpstr>PowerPoint Presentation</vt:lpstr>
      <vt:lpstr>Prediction Problems: Classification vs. Numeric Prediction</vt:lpstr>
      <vt:lpstr>Classification—A Two-Step Process </vt:lpstr>
      <vt:lpstr>Process (1): Model Construction</vt:lpstr>
      <vt:lpstr>Process (2): Using the Model in Prediction </vt:lpstr>
      <vt:lpstr>Decision Tree</vt:lpstr>
      <vt:lpstr>How are decision trees used for classification?</vt:lpstr>
      <vt:lpstr>Decision Tree Induction: An Example</vt:lpstr>
      <vt:lpstr>PowerPoint Presentation</vt:lpstr>
      <vt:lpstr>PowerPoint Presentation</vt:lpstr>
      <vt:lpstr>PowerPoint Presentation</vt:lpstr>
      <vt:lpstr>PowerPoint Presentation</vt:lpstr>
      <vt:lpstr>Attribute Selection: Information Gain</vt:lpstr>
      <vt:lpstr>Attribute Selection: Information Gain</vt:lpstr>
      <vt:lpstr>Attribute Selection: Information Gain</vt:lpstr>
      <vt:lpstr>Attribute Selection: Information Gain</vt:lpstr>
      <vt:lpstr>Attribute Selection: Information Gain</vt:lpstr>
      <vt:lpstr>Attribute Selection: Information Gain</vt:lpstr>
      <vt:lpstr>Internal Nodes &amp; Leaf Nodes</vt:lpstr>
      <vt:lpstr>Resultant Tree </vt:lpstr>
      <vt:lpstr>Pruning: Getting An Optimal Decision Tree</vt:lpstr>
      <vt:lpstr>Pruning</vt:lpstr>
    </vt:vector>
  </TitlesOfParts>
  <Company>S.F.U.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7class</dc:title>
  <dc:creator>Jiawei Han</dc:creator>
  <cp:lastModifiedBy>Qurat-ul-Ain</cp:lastModifiedBy>
  <cp:revision>699</cp:revision>
  <cp:lastPrinted>2012-11-04T04:01:56Z</cp:lastPrinted>
  <dcterms:created xsi:type="dcterms:W3CDTF">1998-06-19T04:38:52Z</dcterms:created>
  <dcterms:modified xsi:type="dcterms:W3CDTF">2025-10-03T12:19:17Z</dcterms:modified>
  <cp:category>data mining book slides</cp:category>
</cp:coreProperties>
</file>